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ACA"/>
          </a:solidFill>
        </a:fill>
      </a:tcStyle>
    </a:wholeTbl>
    <a:band2H>
      <a:tcTxStyle b="def" i="def"/>
      <a:tcStyle>
        <a:tcBdr/>
        <a:fill>
          <a:solidFill>
            <a:srgbClr val="EF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ED8"/>
          </a:solidFill>
        </a:fill>
      </a:tcStyle>
    </a:wholeTbl>
    <a:band2H>
      <a:tcTxStyle b="def" i="def"/>
      <a:tcStyle>
        <a:tcBdr/>
        <a:fill>
          <a:solidFill>
            <a:srgbClr val="E7F6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D5CC"/>
          </a:solidFill>
        </a:fill>
      </a:tcStyle>
    </a:wholeTbl>
    <a:band2H>
      <a:tcTxStyle b="def" i="def"/>
      <a:tcStyle>
        <a:tcBdr/>
        <a:fill>
          <a:solidFill>
            <a:srgbClr val="FEEB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tif"/><Relationship Id="rId9" Type="http://schemas.openxmlformats.org/officeDocument/2006/relationships/image" Target="../media/image2.tif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tif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4.tif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tif"/><Relationship Id="rId4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249858" y="3545116"/>
            <a:ext cx="10840030" cy="27064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lnSpc>
                <a:spcPct val="93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half" idx="1"/>
          </p:nvPr>
        </p:nvSpPr>
        <p:spPr>
          <a:xfrm>
            <a:off x="247072" y="1704975"/>
            <a:ext cx="10840029" cy="1660655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3000"/>
            </a:lvl1pPr>
            <a:lvl2pPr marL="546000" indent="-329999">
              <a:lnSpc>
                <a:spcPct val="110000"/>
              </a:lnSpc>
              <a:spcBef>
                <a:spcPts val="0"/>
              </a:spcBef>
              <a:defRPr sz="3000"/>
            </a:lvl2pPr>
            <a:lvl3pPr marL="747600" indent="-330000">
              <a:lnSpc>
                <a:spcPct val="110000"/>
              </a:lnSpc>
              <a:spcBef>
                <a:spcPts val="0"/>
              </a:spcBef>
              <a:defRPr sz="3000"/>
            </a:lvl3pPr>
            <a:lvl4pPr marL="960000" indent="-330000">
              <a:lnSpc>
                <a:spcPct val="110000"/>
              </a:lnSpc>
              <a:spcBef>
                <a:spcPts val="0"/>
              </a:spcBef>
              <a:defRPr sz="3000"/>
            </a:lvl4pPr>
            <a:lvl5pPr marL="1157999" indent="-330000">
              <a:lnSpc>
                <a:spcPct val="110000"/>
              </a:lnSpc>
              <a:spcBef>
                <a:spcPts val="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44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60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52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59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53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54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61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71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1774800" y="1706398"/>
            <a:ext cx="4410177" cy="4546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8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79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86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80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81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2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3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5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8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98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74725" y="426126"/>
            <a:ext cx="6048673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1774725" y="1706328"/>
            <a:ext cx="6048673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Picture Placeholder 9"/>
          <p:cNvSpPr/>
          <p:nvPr>
            <p:ph type="pic" sz="quarter" idx="21"/>
          </p:nvPr>
        </p:nvSpPr>
        <p:spPr>
          <a:xfrm>
            <a:off x="8331213" y="849733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Picture Placeholder 11"/>
          <p:cNvSpPr/>
          <p:nvPr>
            <p:ph type="pic" sz="quarter" idx="22"/>
          </p:nvPr>
        </p:nvSpPr>
        <p:spPr>
          <a:xfrm>
            <a:off x="8331213" y="3563718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8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0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16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8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15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9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10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1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2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3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4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17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27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21360" y="426126"/>
            <a:ext cx="6865740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half" idx="1"/>
          </p:nvPr>
        </p:nvSpPr>
        <p:spPr>
          <a:xfrm>
            <a:off x="4221360" y="1706328"/>
            <a:ext cx="6865740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Picture Placeholder 9"/>
          <p:cNvSpPr/>
          <p:nvPr>
            <p:ph type="pic" sz="quarter" idx="21"/>
          </p:nvPr>
        </p:nvSpPr>
        <p:spPr>
          <a:xfrm>
            <a:off x="-2" y="1314522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2" name="Picture Placeholder 11"/>
          <p:cNvSpPr/>
          <p:nvPr>
            <p:ph type="pic" sz="quarter" idx="22"/>
          </p:nvPr>
        </p:nvSpPr>
        <p:spPr>
          <a:xfrm>
            <a:off x="-2" y="3968153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4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" name="Group"/>
          <p:cNvGrpSpPr/>
          <p:nvPr/>
        </p:nvGrpSpPr>
        <p:grpSpPr>
          <a:xfrm>
            <a:off x="10644799" y="935881"/>
            <a:ext cx="1506786" cy="5584238"/>
            <a:chOff x="0" y="0"/>
            <a:chExt cx="1506784" cy="5584236"/>
          </a:xfrm>
        </p:grpSpPr>
        <p:pic>
          <p:nvPicPr>
            <p:cNvPr id="13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37" name="2021 Virtual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393192">
                  <a:lnSpc>
                    <a:spcPct val="110000"/>
                  </a:lnSpc>
                  <a:spcBef>
                    <a:spcPts val="0"/>
                  </a:spcBef>
                  <a:defRPr b="1" i="1" sz="1591">
                    <a:solidFill>
                      <a:srgbClr val="FFFFFF"/>
                    </a:solidFill>
                  </a:defRPr>
                </a:pPr>
                <a:r>
                  <a:t>2021 Virtual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4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3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3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46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5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itle Text"/>
          <p:cNvSpPr txBox="1"/>
          <p:nvPr>
            <p:ph type="title"/>
          </p:nvPr>
        </p:nvSpPr>
        <p:spPr>
          <a:xfrm>
            <a:off x="247650" y="980726"/>
            <a:ext cx="3740400" cy="41811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247650" y="4407149"/>
            <a:ext cx="3740400" cy="18444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200"/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  <a:lvl5pPr>
              <a:spcBef>
                <a:spcPts val="200"/>
              </a:spcBef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Text Placeholder 18"/>
          <p:cNvSpPr/>
          <p:nvPr>
            <p:ph type="body" sz="quarter" idx="21"/>
          </p:nvPr>
        </p:nvSpPr>
        <p:spPr>
          <a:xfrm>
            <a:off x="42227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1" name="Text Placeholder 22"/>
          <p:cNvSpPr/>
          <p:nvPr>
            <p:ph type="body" sz="quarter" idx="22"/>
          </p:nvPr>
        </p:nvSpPr>
        <p:spPr>
          <a:xfrm>
            <a:off x="81978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2" name="Picture Placeholder 8"/>
          <p:cNvSpPr/>
          <p:nvPr>
            <p:ph type="pic" sz="quarter" idx="23"/>
          </p:nvPr>
        </p:nvSpPr>
        <p:spPr>
          <a:xfrm>
            <a:off x="247650" y="1546281"/>
            <a:ext cx="3740400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3" name="Picture Placeholder 8"/>
          <p:cNvSpPr/>
          <p:nvPr>
            <p:ph type="pic" sz="quarter" idx="24"/>
          </p:nvPr>
        </p:nvSpPr>
        <p:spPr>
          <a:xfrm>
            <a:off x="4223148" y="1548580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4" name="Picture Placeholder 8"/>
          <p:cNvSpPr/>
          <p:nvPr>
            <p:ph type="pic" sz="quarter" idx="25"/>
          </p:nvPr>
        </p:nvSpPr>
        <p:spPr>
          <a:xfrm>
            <a:off x="8198647" y="1546281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"/>
          <p:cNvGrpSpPr/>
          <p:nvPr/>
        </p:nvGrpSpPr>
        <p:grpSpPr>
          <a:xfrm>
            <a:off x="3113296" y="251999"/>
            <a:ext cx="690137" cy="720460"/>
            <a:chOff x="0" y="0"/>
            <a:chExt cx="690135" cy="720458"/>
          </a:xfrm>
        </p:grpSpPr>
        <p:sp>
          <p:nvSpPr>
            <p:cNvPr id="167" name="Logo color"/>
            <p:cNvSpPr/>
            <p:nvPr/>
          </p:nvSpPr>
          <p:spPr>
            <a:xfrm>
              <a:off x="2384" y="430544"/>
              <a:ext cx="111265" cy="162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168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62727" y="437019"/>
              <a:ext cx="156220" cy="1493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90136" cy="405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57070" y="476569"/>
              <a:ext cx="194452" cy="71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4580" y="429109"/>
              <a:ext cx="122071" cy="1658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04365" y="577550"/>
              <a:ext cx="265586" cy="1429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2025 ISIS McStas School"/>
          <p:cNvSpPr txBox="1"/>
          <p:nvPr/>
        </p:nvSpPr>
        <p:spPr>
          <a:xfrm>
            <a:off x="1925741" y="155334"/>
            <a:ext cx="1002693" cy="7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 b="1" i="1" sz="1400"/>
            </a:pPr>
            <a:r>
              <a:t>2025 ISIS</a:t>
            </a:r>
            <a:br/>
            <a:r>
              <a:t>McStas School</a:t>
            </a:r>
          </a:p>
        </p:txBody>
      </p:sp>
      <p:sp>
        <p:nvSpPr>
          <p:cNvPr id="17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8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9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9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9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9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/Paus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1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DTU Fysik</a:t>
            </a:r>
          </a:p>
        </p:txBody>
      </p:sp>
      <p:sp>
        <p:nvSpPr>
          <p:cNvPr id="218" name="Form.Datedate"/>
          <p:cNvSpPr txBox="1"/>
          <p:nvPr/>
        </p:nvSpPr>
        <p:spPr>
          <a:xfrm>
            <a:off x="251362" y="6636099"/>
            <a:ext cx="1104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6. marts 2021</a:t>
            </a:r>
          </a:p>
        </p:txBody>
      </p:sp>
      <p:sp>
        <p:nvSpPr>
          <p:cNvPr id="21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Background"/>
          <p:cNvSpPr/>
          <p:nvPr/>
        </p:nvSpPr>
        <p:spPr>
          <a:xfrm>
            <a:off x="-6950" y="-37750"/>
            <a:ext cx="12193200" cy="686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/>
          <a:lstStyle/>
          <a:p>
            <a:pPr/>
          </a:p>
        </p:txBody>
      </p:sp>
      <p:sp>
        <p:nvSpPr>
          <p:cNvPr id="221" name="Logo color"/>
          <p:cNvSpPr/>
          <p:nvPr/>
        </p:nvSpPr>
        <p:spPr>
          <a:xfrm>
            <a:off x="4870539" y="1651373"/>
            <a:ext cx="2388324" cy="348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 flipV="1">
            <a:off x="0" y="6849134"/>
            <a:ext cx="127000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97" y="2381250"/>
            <a:ext cx="3886201" cy="209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3041104" y="4876362"/>
            <a:ext cx="1302881" cy="1360126"/>
            <a:chOff x="0" y="0"/>
            <a:chExt cx="1302880" cy="1360125"/>
          </a:xfrm>
        </p:grpSpPr>
        <p:sp>
          <p:nvSpPr>
            <p:cNvPr id="226" name="Logo color"/>
            <p:cNvSpPr/>
            <p:nvPr/>
          </p:nvSpPr>
          <p:spPr>
            <a:xfrm>
              <a:off x="4501" y="812808"/>
              <a:ext cx="210053" cy="30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227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3564" y="825033"/>
              <a:ext cx="294923" cy="281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8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302881" cy="7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9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5313" y="899696"/>
              <a:ext cx="367097" cy="134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0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5190" y="810100"/>
              <a:ext cx="230453" cy="313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5812" y="1090335"/>
              <a:ext cx="501390" cy="2697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>
            <a:extLst/>
          </a:blip>
          <a:srcRect l="0" t="22257" r="0" b="16155"/>
          <a:stretch>
            <a:fillRect/>
          </a:stretch>
        </p:blipFill>
        <p:spPr>
          <a:xfrm>
            <a:off x="8273504" y="423664"/>
            <a:ext cx="2633470" cy="601075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8841323" y="661468"/>
            <a:ext cx="1498025" cy="8157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grpSp>
        <p:nvGrpSpPr>
          <p:cNvPr id="243" name="Group"/>
          <p:cNvGrpSpPr/>
          <p:nvPr/>
        </p:nvGrpSpPr>
        <p:grpSpPr>
          <a:xfrm>
            <a:off x="9015165" y="667543"/>
            <a:ext cx="1309558" cy="5677965"/>
            <a:chOff x="0" y="0"/>
            <a:chExt cx="1309557" cy="5677963"/>
          </a:xfrm>
        </p:grpSpPr>
        <p:sp>
          <p:nvSpPr>
            <p:cNvPr id="235" name="2025 ISIS McStas School"/>
            <p:cNvSpPr txBox="1"/>
            <p:nvPr/>
          </p:nvSpPr>
          <p:spPr>
            <a:xfrm>
              <a:off x="0" y="4613972"/>
              <a:ext cx="1220404" cy="106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b">
              <a:normAutofit fontScale="100000" lnSpcReduction="0"/>
            </a:bodyPr>
            <a:lstStyle/>
            <a:p>
              <a:pPr algn="ctr" defTabSz="539495">
                <a:lnSpc>
                  <a:spcPct val="110000"/>
                </a:lnSpc>
                <a:spcBef>
                  <a:spcPts val="0"/>
                </a:spcBef>
                <a:defRPr b="1" i="1" sz="2183">
                  <a:solidFill>
                    <a:srgbClr val="FFFFFF"/>
                  </a:solidFill>
                </a:defRPr>
              </a:pPr>
              <a:r>
                <a:t>2025 ISIS</a:t>
              </a:r>
              <a:br/>
              <a:r>
                <a:t>McStas School</a:t>
              </a:r>
            </a:p>
          </p:txBody>
        </p:sp>
        <p:grpSp>
          <p:nvGrpSpPr>
            <p:cNvPr id="242" name="Group"/>
            <p:cNvGrpSpPr/>
            <p:nvPr/>
          </p:nvGrpSpPr>
          <p:grpSpPr>
            <a:xfrm>
              <a:off x="561795" y="0"/>
              <a:ext cx="747763" cy="780617"/>
              <a:chOff x="0" y="0"/>
              <a:chExt cx="747761" cy="780616"/>
            </a:xfrm>
          </p:grpSpPr>
          <p:sp>
            <p:nvSpPr>
              <p:cNvPr id="236" name="Logo color"/>
              <p:cNvSpPr/>
              <p:nvPr/>
            </p:nvSpPr>
            <p:spPr>
              <a:xfrm>
                <a:off x="2583" y="466495"/>
                <a:ext cx="120556" cy="175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t">
                <a:noAutofit/>
              </a:bodyPr>
              <a:lstStyle/>
              <a:p>
                <a:pPr>
                  <a:defRPr>
                    <a:latin typeface="Verdana"/>
                    <a:ea typeface="Verdana"/>
                    <a:cs typeface="Verdana"/>
                    <a:sym typeface="Verdana"/>
                  </a:defRPr>
                </a:pPr>
              </a:p>
            </p:txBody>
          </p:sp>
          <p:pic>
            <p:nvPicPr>
              <p:cNvPr id="237" name="logoill.pdf" descr="logoill.pdf"/>
              <p:cNvPicPr>
                <a:picLocks noChangeAspect="0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501364" y="473511"/>
                <a:ext cx="169266" cy="16179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8" name="mcstas-logo.pdf" descr="mcstas-logo.pdf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0" y="0"/>
                <a:ext cx="747762" cy="43938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9" name="PSI-Logo_trans.png" descr="PSI-Logo_trans.png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8535" y="516362"/>
                <a:ext cx="210689" cy="771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0" name="ku-logo.pdf" descr="ku-logo.pdf"/>
              <p:cNvPicPr>
                <a:picLocks noChangeAspect="0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82" y="464940"/>
                <a:ext cx="132265" cy="17970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1" name="ESS_Logo_Frugal_Blue_cmyk.png" descr="ESS_Logo_Frugal_Blue_cmyk.png"/>
              <p:cNvPicPr>
                <a:picLocks noChangeAspect="0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21429" y="625775"/>
                <a:ext cx="287763" cy="15484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0" r="77004" b="0"/>
          <a:stretch>
            <a:fillRect/>
          </a:stretch>
        </p:blipFill>
        <p:spPr>
          <a:xfrm>
            <a:off x="8859663" y="694923"/>
            <a:ext cx="636353" cy="63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9270840" y="6282179"/>
            <a:ext cx="1336620" cy="558533"/>
          </a:xfrm>
          <a:prstGeom prst="rect">
            <a:avLst/>
          </a:prstGeom>
          <a:solidFill>
            <a:srgbClr val="FFFFFF"/>
          </a:solidFill>
          <a:ln w="12700">
            <a:solidFill>
              <a:srgbClr val="2A85D1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1493" tIns="41493" rIns="41493" bIns="41493" anchor="ctr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3" name="Line"/>
          <p:cNvSpPr/>
          <p:nvPr/>
        </p:nvSpPr>
        <p:spPr>
          <a:xfrm>
            <a:off x="1688813" y="1023622"/>
            <a:ext cx="8049795" cy="1"/>
          </a:xfrm>
          <a:prstGeom prst="line">
            <a:avLst/>
          </a:prstGeom>
          <a:ln w="38100">
            <a:solidFill>
              <a:srgbClr val="2A85D1"/>
            </a:solidFill>
            <a:tailEnd type="triangle"/>
          </a:ln>
        </p:spPr>
        <p:txBody>
          <a:bodyPr lIns="41493" tIns="41493" rIns="41493" bIns="41493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4" name="Title Text"/>
          <p:cNvSpPr txBox="1"/>
          <p:nvPr>
            <p:ph type="title"/>
          </p:nvPr>
        </p:nvSpPr>
        <p:spPr>
          <a:xfrm>
            <a:off x="1617587" y="175450"/>
            <a:ext cx="8232759" cy="72271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defTabSz="829875">
              <a:lnSpc>
                <a:spcPct val="90000"/>
              </a:lnSpc>
              <a:defRPr b="0" i="1" sz="3800"/>
            </a:lvl1pPr>
          </a:lstStyle>
          <a:p>
            <a:pPr/>
            <a:r>
              <a:t>Title Text</a:t>
            </a:r>
          </a:p>
        </p:txBody>
      </p:sp>
      <p:sp>
        <p:nvSpPr>
          <p:cNvPr id="255" name="Body Level One…"/>
          <p:cNvSpPr txBox="1"/>
          <p:nvPr>
            <p:ph type="body" idx="1"/>
          </p:nvPr>
        </p:nvSpPr>
        <p:spPr>
          <a:xfrm>
            <a:off x="1667576" y="1307600"/>
            <a:ext cx="8132782" cy="506224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00025" indent="-200025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1pPr>
            <a:lvl2pPr marL="685800" indent="-228600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2pPr>
            <a:lvl3pPr marL="1181100" indent="-266700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3pPr>
            <a:lvl4pPr marL="1691639" indent="-320039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4pPr>
            <a:lvl5pPr marL="2148839" indent="-320039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  <a:ln w="12700">
            <a:miter lim="400000"/>
          </a:ln>
        </p:spPr>
      </p:pic>
      <p:sp>
        <p:nvSpPr>
          <p:cNvPr id="257" name="Slide Number"/>
          <p:cNvSpPr txBox="1"/>
          <p:nvPr>
            <p:ph type="sldNum" sz="quarter" idx="2"/>
          </p:nvPr>
        </p:nvSpPr>
        <p:spPr>
          <a:xfrm>
            <a:off x="1581648" y="6544836"/>
            <a:ext cx="320402" cy="303634"/>
          </a:xfrm>
          <a:prstGeom prst="rect">
            <a:avLst/>
          </a:prstGeom>
        </p:spPr>
        <p:txBody>
          <a:bodyPr lIns="40840" tIns="40840" rIns="40840" bIns="40840" anchor="t"/>
          <a:lstStyle>
            <a:lvl1pPr defTabSz="829875">
              <a:spcBef>
                <a:spcPts val="0"/>
              </a:spcBef>
              <a:defRPr b="0" i="1" sz="16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Group"/>
          <p:cNvGrpSpPr/>
          <p:nvPr/>
        </p:nvGrpSpPr>
        <p:grpSpPr>
          <a:xfrm>
            <a:off x="9395812" y="6356991"/>
            <a:ext cx="1086676" cy="408908"/>
            <a:chOff x="0" y="0"/>
            <a:chExt cx="1086674" cy="408906"/>
          </a:xfrm>
        </p:grpSpPr>
        <p:pic>
          <p:nvPicPr>
            <p:cNvPr id="258" name="image5.png" descr="imag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07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6746" y="0"/>
              <a:ext cx="759929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1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64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6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65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6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Body Level One…"/>
          <p:cNvSpPr txBox="1"/>
          <p:nvPr>
            <p:ph type="body" idx="1"/>
          </p:nvPr>
        </p:nvSpPr>
        <p:spPr>
          <a:xfrm>
            <a:off x="2373775" y="1632793"/>
            <a:ext cx="7290001" cy="5257354"/>
          </a:xfrm>
          <a:prstGeom prst="rect">
            <a:avLst/>
          </a:prstGeom>
          <a:ln w="3175">
            <a:round/>
          </a:ln>
        </p:spPr>
        <p:txBody>
          <a:bodyPr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  <a:lvl2pPr marL="2714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2pPr>
            <a:lvl3pPr marL="45243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3pPr>
            <a:lvl4pPr marL="628650" indent="-85725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4pPr>
            <a:lvl5pPr marL="8048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2373775" y="-1"/>
            <a:ext cx="7290001" cy="1449002"/>
          </a:xfrm>
          <a:prstGeom prst="rect">
            <a:avLst/>
          </a:prstGeom>
          <a:ln w="3175">
            <a:round/>
          </a:ln>
        </p:spPr>
        <p:txBody>
          <a:bodyPr/>
          <a:lstStyle>
            <a:lvl1pPr defTabSz="910828">
              <a:defRPr i="1" sz="20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xfrm>
            <a:off x="1682212" y="6661926"/>
            <a:ext cx="141883" cy="127001"/>
          </a:xfrm>
          <a:prstGeom prst="rect">
            <a:avLst/>
          </a:prstGeom>
          <a:ln w="3175">
            <a:round/>
          </a:ln>
        </p:spPr>
        <p:txBody>
          <a:bodyPr anchor="t"/>
          <a:lstStyle>
            <a:lvl1pPr defTabSz="455414">
              <a:spcBef>
                <a:spcPts val="0"/>
              </a:spcBef>
              <a:buClr>
                <a:srgbClr val="9A9A9A"/>
              </a:buClr>
              <a:defRPr b="0" i="1"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84" name="Group"/>
          <p:cNvGrpSpPr/>
          <p:nvPr/>
        </p:nvGrpSpPr>
        <p:grpSpPr>
          <a:xfrm>
            <a:off x="7296794" y="6365985"/>
            <a:ext cx="3005437" cy="421929"/>
            <a:chOff x="0" y="0"/>
            <a:chExt cx="3005435" cy="421927"/>
          </a:xfrm>
        </p:grpSpPr>
        <p:pic>
          <p:nvPicPr>
            <p:cNvPr id="277" name="mcstas-logo.pdf" descr="mcstas-logo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03140" y="63389"/>
              <a:ext cx="502296" cy="29515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8" name="logoill.pdf" descr="logoill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86593" y="43327"/>
              <a:ext cx="352138" cy="3366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9" name="PSI-Logo_trans.png" descr="PSI-Logo_tran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23783" y="130523"/>
              <a:ext cx="439708" cy="160979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80" name="ku-logo.pdf" descr="ku-logo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425305" y="23205"/>
              <a:ext cx="276035" cy="375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DTU_logo.png" descr="DTU_logo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96885" y="23673"/>
              <a:ext cx="257978" cy="3745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droppedImage.png" descr="dropped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21928" cy="4219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77306" y="42662"/>
              <a:ext cx="625556" cy="336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5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88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86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7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89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91" name="Image" descr="Image"/>
          <p:cNvPicPr>
            <a:picLocks noChangeAspect="1"/>
          </p:cNvPicPr>
          <p:nvPr/>
        </p:nvPicPr>
        <p:blipFill>
          <a:blip r:embed="rId11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"/>
          <p:cNvGrpSpPr/>
          <p:nvPr/>
        </p:nvGrpSpPr>
        <p:grpSpPr>
          <a:xfrm>
            <a:off x="6350" y="-1"/>
            <a:ext cx="12193200" cy="6876383"/>
            <a:chOff x="0" y="0"/>
            <a:chExt cx="12193199" cy="6876381"/>
          </a:xfrm>
        </p:grpSpPr>
        <p:grpSp>
          <p:nvGrpSpPr>
            <p:cNvPr id="301" name="Group"/>
            <p:cNvGrpSpPr/>
            <p:nvPr/>
          </p:nvGrpSpPr>
          <p:grpSpPr>
            <a:xfrm>
              <a:off x="0" y="-1"/>
              <a:ext cx="12193200" cy="6876383"/>
              <a:chOff x="0" y="0"/>
              <a:chExt cx="12193199" cy="6876381"/>
            </a:xfrm>
          </p:grpSpPr>
          <p:sp>
            <p:nvSpPr>
              <p:cNvPr id="298" name="Bottom bar"/>
              <p:cNvSpPr/>
              <p:nvPr/>
            </p:nvSpPr>
            <p:spPr>
              <a:xfrm>
                <a:off x="0" y="6559534"/>
                <a:ext cx="12193200" cy="3168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Top bar"/>
              <p:cNvSpPr/>
              <p:nvPr/>
            </p:nvSpPr>
            <p:spPr>
              <a:xfrm>
                <a:off x="0" y="0"/>
                <a:ext cx="12193200" cy="504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00" name="pasted-movie.png" descr="pasted-movie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4913605" y="6559581"/>
                <a:ext cx="6349482" cy="3168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02" name="UserProfile.Offices.Workarea_{{DocumentLanguage}}text"/>
            <p:cNvSpPr txBox="1"/>
            <p:nvPr/>
          </p:nvSpPr>
          <p:spPr>
            <a:xfrm>
              <a:off x="1348199" y="6636099"/>
              <a:ext cx="33970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spcBef>
                  <a:spcPts val="0"/>
                </a:spcBef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Peter Willendrup, DTU Physics and ESS DMSC</a:t>
              </a:r>
            </a:p>
          </p:txBody>
        </p:sp>
      </p:grpSp>
      <p:sp>
        <p:nvSpPr>
          <p:cNvPr id="304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06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580" y="251999"/>
            <a:ext cx="1142204" cy="61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52365" y="141061"/>
            <a:ext cx="749128" cy="734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Relationship Id="rId20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  <p:sp>
        <p:nvSpPr>
          <p:cNvPr id="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506450" y="6636099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Title Text"/>
          <p:cNvSpPr txBox="1"/>
          <p:nvPr>
            <p:ph type="title"/>
          </p:nvPr>
        </p:nvSpPr>
        <p:spPr>
          <a:xfrm>
            <a:off x="608965" y="0"/>
            <a:ext cx="1096137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9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14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6156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82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9" name="Double-click to edit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