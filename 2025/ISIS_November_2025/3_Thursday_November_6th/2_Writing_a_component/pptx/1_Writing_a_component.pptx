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</p:sldMasterIdLst>
  <p:sldIdLst>
    <p:sldId id="256" r:id="rId10"/>
  </p:sldIdLst>
  <p:sldSz cx="12179300" cy="6858000"/>
  <p:notesSz cx="7559675" cy="10691813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4635"/>
  </p:normalViewPr>
  <p:slideViewPr>
    <p:cSldViewPr snapToGrid="0">
      <p:cViewPr varScale="1">
        <p:scale>
          <a:sx n="120" d="100"/>
          <a:sy n="120" d="100"/>
        </p:scale>
        <p:origin x="9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subTitle"/>
          </p:nvPr>
        </p:nvSpPr>
        <p:spPr>
          <a:xfrm>
            <a:off x="1774800" y="426240"/>
            <a:ext cx="9312120" cy="4508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31460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02044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0876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body"/>
          </p:nvPr>
        </p:nvSpPr>
        <p:spPr>
          <a:xfrm>
            <a:off x="431460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body"/>
          </p:nvPr>
        </p:nvSpPr>
        <p:spPr>
          <a:xfrm>
            <a:off x="802044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ubTitle"/>
          </p:nvPr>
        </p:nvSpPr>
        <p:spPr>
          <a:xfrm>
            <a:off x="1774800" y="426240"/>
            <a:ext cx="9312120" cy="4508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431460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802044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60876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 type="body"/>
          </p:nvPr>
        </p:nvSpPr>
        <p:spPr>
          <a:xfrm>
            <a:off x="431460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7"/>
          <p:cNvSpPr>
            <a:spLocks noGrp="1"/>
          </p:cNvSpPr>
          <p:nvPr>
            <p:ph type="body"/>
          </p:nvPr>
        </p:nvSpPr>
        <p:spPr>
          <a:xfrm>
            <a:off x="802044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ubTitle"/>
          </p:nvPr>
        </p:nvSpPr>
        <p:spPr>
          <a:xfrm>
            <a:off x="1774800" y="426240"/>
            <a:ext cx="9312120" cy="4508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31460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802044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60876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body"/>
          </p:nvPr>
        </p:nvSpPr>
        <p:spPr>
          <a:xfrm>
            <a:off x="431460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7"/>
          <p:cNvSpPr>
            <a:spLocks noGrp="1"/>
          </p:cNvSpPr>
          <p:nvPr>
            <p:ph type="body"/>
          </p:nvPr>
        </p:nvSpPr>
        <p:spPr>
          <a:xfrm>
            <a:off x="802044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ubTitle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ubTitle"/>
          </p:nvPr>
        </p:nvSpPr>
        <p:spPr>
          <a:xfrm>
            <a:off x="1774800" y="426240"/>
            <a:ext cx="9312120" cy="4508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5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body"/>
          </p:nvPr>
        </p:nvSpPr>
        <p:spPr>
          <a:xfrm>
            <a:off x="431460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 type="body"/>
          </p:nvPr>
        </p:nvSpPr>
        <p:spPr>
          <a:xfrm>
            <a:off x="802044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5"/>
          <p:cNvSpPr>
            <a:spLocks noGrp="1"/>
          </p:cNvSpPr>
          <p:nvPr>
            <p:ph type="body"/>
          </p:nvPr>
        </p:nvSpPr>
        <p:spPr>
          <a:xfrm>
            <a:off x="60876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6"/>
          <p:cNvSpPr>
            <a:spLocks noGrp="1"/>
          </p:cNvSpPr>
          <p:nvPr>
            <p:ph type="body"/>
          </p:nvPr>
        </p:nvSpPr>
        <p:spPr>
          <a:xfrm>
            <a:off x="431460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7"/>
          <p:cNvSpPr>
            <a:spLocks noGrp="1"/>
          </p:cNvSpPr>
          <p:nvPr>
            <p:ph type="body"/>
          </p:nvPr>
        </p:nvSpPr>
        <p:spPr>
          <a:xfrm>
            <a:off x="802044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ubTitle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ubTitle"/>
          </p:nvPr>
        </p:nvSpPr>
        <p:spPr>
          <a:xfrm>
            <a:off x="1774800" y="426240"/>
            <a:ext cx="9312120" cy="4508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4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5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body"/>
          </p:nvPr>
        </p:nvSpPr>
        <p:spPr>
          <a:xfrm>
            <a:off x="431460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 type="body"/>
          </p:nvPr>
        </p:nvSpPr>
        <p:spPr>
          <a:xfrm>
            <a:off x="802044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5"/>
          <p:cNvSpPr>
            <a:spLocks noGrp="1"/>
          </p:cNvSpPr>
          <p:nvPr>
            <p:ph type="body"/>
          </p:nvPr>
        </p:nvSpPr>
        <p:spPr>
          <a:xfrm>
            <a:off x="60876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6"/>
          <p:cNvSpPr>
            <a:spLocks noGrp="1"/>
          </p:cNvSpPr>
          <p:nvPr>
            <p:ph type="body"/>
          </p:nvPr>
        </p:nvSpPr>
        <p:spPr>
          <a:xfrm>
            <a:off x="431460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7"/>
          <p:cNvSpPr>
            <a:spLocks noGrp="1"/>
          </p:cNvSpPr>
          <p:nvPr>
            <p:ph type="body"/>
          </p:nvPr>
        </p:nvSpPr>
        <p:spPr>
          <a:xfrm>
            <a:off x="802044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subTitle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ubTitle"/>
          </p:nvPr>
        </p:nvSpPr>
        <p:spPr>
          <a:xfrm>
            <a:off x="1774800" y="426240"/>
            <a:ext cx="9312120" cy="4508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5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body"/>
          </p:nvPr>
        </p:nvSpPr>
        <p:spPr>
          <a:xfrm>
            <a:off x="431460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4"/>
          <p:cNvSpPr>
            <a:spLocks noGrp="1"/>
          </p:cNvSpPr>
          <p:nvPr>
            <p:ph type="body"/>
          </p:nvPr>
        </p:nvSpPr>
        <p:spPr>
          <a:xfrm>
            <a:off x="802044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5"/>
          <p:cNvSpPr>
            <a:spLocks noGrp="1"/>
          </p:cNvSpPr>
          <p:nvPr>
            <p:ph type="body"/>
          </p:nvPr>
        </p:nvSpPr>
        <p:spPr>
          <a:xfrm>
            <a:off x="60876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6"/>
          <p:cNvSpPr>
            <a:spLocks noGrp="1"/>
          </p:cNvSpPr>
          <p:nvPr>
            <p:ph type="body"/>
          </p:nvPr>
        </p:nvSpPr>
        <p:spPr>
          <a:xfrm>
            <a:off x="431460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7"/>
          <p:cNvSpPr>
            <a:spLocks noGrp="1"/>
          </p:cNvSpPr>
          <p:nvPr>
            <p:ph type="body"/>
          </p:nvPr>
        </p:nvSpPr>
        <p:spPr>
          <a:xfrm>
            <a:off x="802044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subTitle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ubTitle"/>
          </p:nvPr>
        </p:nvSpPr>
        <p:spPr>
          <a:xfrm>
            <a:off x="1774800" y="426240"/>
            <a:ext cx="9312120" cy="4508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5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body"/>
          </p:nvPr>
        </p:nvSpPr>
        <p:spPr>
          <a:xfrm>
            <a:off x="431460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4"/>
          <p:cNvSpPr>
            <a:spLocks noGrp="1"/>
          </p:cNvSpPr>
          <p:nvPr>
            <p:ph type="body"/>
          </p:nvPr>
        </p:nvSpPr>
        <p:spPr>
          <a:xfrm>
            <a:off x="802044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5"/>
          <p:cNvSpPr>
            <a:spLocks noGrp="1"/>
          </p:cNvSpPr>
          <p:nvPr>
            <p:ph type="body"/>
          </p:nvPr>
        </p:nvSpPr>
        <p:spPr>
          <a:xfrm>
            <a:off x="60876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6"/>
          <p:cNvSpPr>
            <a:spLocks noGrp="1"/>
          </p:cNvSpPr>
          <p:nvPr>
            <p:ph type="body"/>
          </p:nvPr>
        </p:nvSpPr>
        <p:spPr>
          <a:xfrm>
            <a:off x="431460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7"/>
          <p:cNvSpPr>
            <a:spLocks noGrp="1"/>
          </p:cNvSpPr>
          <p:nvPr>
            <p:ph type="body"/>
          </p:nvPr>
        </p:nvSpPr>
        <p:spPr>
          <a:xfrm>
            <a:off x="802044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 type="subTitle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ubTitle"/>
          </p:nvPr>
        </p:nvSpPr>
        <p:spPr>
          <a:xfrm>
            <a:off x="1774800" y="426240"/>
            <a:ext cx="9312120" cy="4508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4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5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body"/>
          </p:nvPr>
        </p:nvSpPr>
        <p:spPr>
          <a:xfrm>
            <a:off x="431460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4"/>
          <p:cNvSpPr>
            <a:spLocks noGrp="1"/>
          </p:cNvSpPr>
          <p:nvPr>
            <p:ph type="body"/>
          </p:nvPr>
        </p:nvSpPr>
        <p:spPr>
          <a:xfrm>
            <a:off x="802044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PlaceHolder 5"/>
          <p:cNvSpPr>
            <a:spLocks noGrp="1"/>
          </p:cNvSpPr>
          <p:nvPr>
            <p:ph type="body"/>
          </p:nvPr>
        </p:nvSpPr>
        <p:spPr>
          <a:xfrm>
            <a:off x="60876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6"/>
          <p:cNvSpPr>
            <a:spLocks noGrp="1"/>
          </p:cNvSpPr>
          <p:nvPr>
            <p:ph type="body"/>
          </p:nvPr>
        </p:nvSpPr>
        <p:spPr>
          <a:xfrm>
            <a:off x="431460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7"/>
          <p:cNvSpPr>
            <a:spLocks noGrp="1"/>
          </p:cNvSpPr>
          <p:nvPr>
            <p:ph type="body"/>
          </p:nvPr>
        </p:nvSpPr>
        <p:spPr>
          <a:xfrm>
            <a:off x="802044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 type="subTitle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ubTitle"/>
          </p:nvPr>
        </p:nvSpPr>
        <p:spPr>
          <a:xfrm>
            <a:off x="1774800" y="426240"/>
            <a:ext cx="9312120" cy="45086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4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body"/>
          </p:nvPr>
        </p:nvSpPr>
        <p:spPr>
          <a:xfrm>
            <a:off x="608760" y="3682080"/>
            <a:ext cx="10960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3"/>
          <p:cNvSpPr>
            <a:spLocks noGrp="1"/>
          </p:cNvSpPr>
          <p:nvPr>
            <p:ph type="body"/>
          </p:nvPr>
        </p:nvSpPr>
        <p:spPr>
          <a:xfrm>
            <a:off x="6225120" y="160452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4"/>
          <p:cNvSpPr>
            <a:spLocks noGrp="1"/>
          </p:cNvSpPr>
          <p:nvPr>
            <p:ph type="body"/>
          </p:nvPr>
        </p:nvSpPr>
        <p:spPr>
          <a:xfrm>
            <a:off x="60876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5"/>
          <p:cNvSpPr>
            <a:spLocks noGrp="1"/>
          </p:cNvSpPr>
          <p:nvPr>
            <p:ph type="body"/>
          </p:nvPr>
        </p:nvSpPr>
        <p:spPr>
          <a:xfrm>
            <a:off x="6225120" y="3682080"/>
            <a:ext cx="534852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0876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body"/>
          </p:nvPr>
        </p:nvSpPr>
        <p:spPr>
          <a:xfrm>
            <a:off x="431460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4"/>
          <p:cNvSpPr>
            <a:spLocks noGrp="1"/>
          </p:cNvSpPr>
          <p:nvPr>
            <p:ph type="body"/>
          </p:nvPr>
        </p:nvSpPr>
        <p:spPr>
          <a:xfrm>
            <a:off x="8020440" y="160452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PlaceHolder 5"/>
          <p:cNvSpPr>
            <a:spLocks noGrp="1"/>
          </p:cNvSpPr>
          <p:nvPr>
            <p:ph type="body"/>
          </p:nvPr>
        </p:nvSpPr>
        <p:spPr>
          <a:xfrm>
            <a:off x="60876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6"/>
          <p:cNvSpPr>
            <a:spLocks noGrp="1"/>
          </p:cNvSpPr>
          <p:nvPr>
            <p:ph type="body"/>
          </p:nvPr>
        </p:nvSpPr>
        <p:spPr>
          <a:xfrm>
            <a:off x="431460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7"/>
          <p:cNvSpPr>
            <a:spLocks noGrp="1"/>
          </p:cNvSpPr>
          <p:nvPr>
            <p:ph type="body"/>
          </p:nvPr>
        </p:nvSpPr>
        <p:spPr>
          <a:xfrm>
            <a:off x="8020440" y="3682080"/>
            <a:ext cx="35290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8.ti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8.tif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tif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27.xml"/><Relationship Id="rId21" Type="http://schemas.openxmlformats.org/officeDocument/2006/relationships/image" Target="../media/image8.tif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tif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9.xml"/><Relationship Id="rId21" Type="http://schemas.openxmlformats.org/officeDocument/2006/relationships/image" Target="../media/image8.tif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tif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51.xml"/><Relationship Id="rId21" Type="http://schemas.openxmlformats.org/officeDocument/2006/relationships/image" Target="../media/image8.tif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50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2.tif"/><Relationship Id="rId10" Type="http://schemas.openxmlformats.org/officeDocument/2006/relationships/slideLayout" Target="../slideLayouts/slideLayout58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63.xml"/><Relationship Id="rId21" Type="http://schemas.openxmlformats.org/officeDocument/2006/relationships/image" Target="../media/image8.tif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6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2.tif"/><Relationship Id="rId10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75.xml"/><Relationship Id="rId21" Type="http://schemas.openxmlformats.org/officeDocument/2006/relationships/image" Target="../media/image8.tif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4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2.tif"/><Relationship Id="rId10" Type="http://schemas.openxmlformats.org/officeDocument/2006/relationships/slideLayout" Target="../slideLayouts/slideLayout82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87.xml"/><Relationship Id="rId21" Type="http://schemas.openxmlformats.org/officeDocument/2006/relationships/image" Target="../media/image8.tif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86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5" Type="http://schemas.openxmlformats.org/officeDocument/2006/relationships/image" Target="../media/image2.tif"/><Relationship Id="rId10" Type="http://schemas.openxmlformats.org/officeDocument/2006/relationships/slideLayout" Target="../slideLayouts/slideLayout94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99.xml"/><Relationship Id="rId21" Type="http://schemas.openxmlformats.org/officeDocument/2006/relationships/image" Target="../media/image8.tif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98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image" Target="../media/image2.tif"/><Relationship Id="rId10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1.png"/><Relationship Id="rId22" Type="http://schemas.openxmlformats.org/officeDocument/2006/relationships/image" Target="../media/image9.t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ustomShape 1" hidden="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7" name="CustomShape 2" hidden="1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" name="CustomShape 3" hidden="1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sp>
        <p:nvSpPr>
          <p:cNvPr id="3" name="CustomShape 4" hidden="1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pic>
        <p:nvPicPr>
          <p:cNvPr id="4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grpSp>
        <p:nvGrpSpPr>
          <p:cNvPr id="5" name="Group 5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6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7" name="CustomShape 6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9" name="CustomShape 8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fontScale="94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11" name="CustomShape 10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12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3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4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5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6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17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18" name="CustomShape 1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19" name="CustomShape 12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0" name="CustomShape 13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1" name="PlaceHolder 14"/>
          <p:cNvSpPr>
            <a:spLocks noGrp="1"/>
          </p:cNvSpPr>
          <p:nvPr>
            <p:ph type="title"/>
          </p:nvPr>
        </p:nvSpPr>
        <p:spPr>
          <a:xfrm>
            <a:off x="249840" y="3545280"/>
            <a:ext cx="10839600" cy="27061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ct val="93000"/>
              </a:lnSpc>
            </a:pPr>
            <a:r>
              <a:rPr lang="en-US" sz="8000" b="1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8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15"/>
          <p:cNvSpPr>
            <a:spLocks noGrp="1"/>
          </p:cNvSpPr>
          <p:nvPr>
            <p:ph type="body"/>
          </p:nvPr>
        </p:nvSpPr>
        <p:spPr>
          <a:xfrm>
            <a:off x="246960" y="1704960"/>
            <a:ext cx="10839600" cy="1660320"/>
          </a:xfrm>
          <a:prstGeom prst="rect">
            <a:avLst/>
          </a:prstGeom>
        </p:spPr>
        <p:txBody>
          <a:bodyPr lIns="0" tIns="0" rIns="0" bIns="0" anchor="b">
            <a:normAutofit fontScale="52000"/>
          </a:bodyPr>
          <a:lstStyle/>
          <a:p>
            <a:pPr marL="432000" indent="-324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One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1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Two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Three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1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Four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Five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16"/>
          <p:cNvSpPr>
            <a:spLocks noGrp="1"/>
          </p:cNvSpPr>
          <p:nvPr>
            <p:ph type="sldNum"/>
          </p:nvPr>
        </p:nvSpPr>
        <p:spPr>
          <a:xfrm>
            <a:off x="11506320" y="6636240"/>
            <a:ext cx="126720" cy="126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pic>
        <p:nvPicPr>
          <p:cNvPr id="24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sp>
        <p:nvSpPr>
          <p:cNvPr id="25" name="CustomShape 17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 hidden="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63" name="CustomShape 2" hidden="1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64" name="CustomShape 3" hidden="1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sp>
        <p:nvSpPr>
          <p:cNvPr id="65" name="CustomShape 4" hidden="1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pic>
        <p:nvPicPr>
          <p:cNvPr id="66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grpSp>
        <p:nvGrpSpPr>
          <p:cNvPr id="67" name="Group 5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68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69" name="CustomShape 6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70" name="Group 7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71" name="CustomShape 8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72" name="Group 9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73" name="CustomShape 10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74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75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76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77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78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79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80" name="CustomShape 1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81" name="CustomShape 12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82" name="CustomShape 13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83" name="PlaceHolder 14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5"/>
          <p:cNvSpPr>
            <a:spLocks noGrp="1"/>
          </p:cNvSpPr>
          <p:nvPr>
            <p:ph type="body"/>
          </p:nvPr>
        </p:nvSpPr>
        <p:spPr>
          <a:xfrm>
            <a:off x="1774800" y="1706400"/>
            <a:ext cx="9312120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16"/>
          <p:cNvSpPr>
            <a:spLocks noGrp="1"/>
          </p:cNvSpPr>
          <p:nvPr>
            <p:ph type="sldNum"/>
          </p:nvPr>
        </p:nvSpPr>
        <p:spPr>
          <a:xfrm>
            <a:off x="11506320" y="6636240"/>
            <a:ext cx="126720" cy="126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pic>
        <p:nvPicPr>
          <p:cNvPr id="86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sp>
        <p:nvSpPr>
          <p:cNvPr id="87" name="CustomShape 17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grpSp>
        <p:nvGrpSpPr>
          <p:cNvPr id="88" name="Group 18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89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90" name="CustomShape 19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91" name="Group 20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92" name="CustomShape 21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93" name="Group 22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94" name="CustomShape 23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95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96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97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98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99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100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" hidden="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138" name="CustomShape 2" hidden="1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139" name="CustomShape 3" hidden="1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sp>
        <p:nvSpPr>
          <p:cNvPr id="140" name="CustomShape 4" hidden="1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pic>
        <p:nvPicPr>
          <p:cNvPr id="141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grpSp>
        <p:nvGrpSpPr>
          <p:cNvPr id="142" name="Group 5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143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144" name="CustomShape 6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145" name="Group 7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146" name="CustomShape 8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147" name="Group 9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148" name="CustomShape 10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149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50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51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52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53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154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155" name="CustomShape 1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156" name="CustomShape 12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157" name="CustomShape 13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158" name="PlaceHolder 14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15"/>
          <p:cNvSpPr>
            <a:spLocks noGrp="1"/>
          </p:cNvSpPr>
          <p:nvPr>
            <p:ph type="body"/>
          </p:nvPr>
        </p:nvSpPr>
        <p:spPr>
          <a:xfrm>
            <a:off x="1774800" y="1706400"/>
            <a:ext cx="4409640" cy="4546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16"/>
          <p:cNvSpPr>
            <a:spLocks noGrp="1"/>
          </p:cNvSpPr>
          <p:nvPr>
            <p:ph type="sldNum"/>
          </p:nvPr>
        </p:nvSpPr>
        <p:spPr>
          <a:xfrm>
            <a:off x="11506320" y="6636240"/>
            <a:ext cx="126720" cy="126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pic>
        <p:nvPicPr>
          <p:cNvPr id="161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sp>
        <p:nvSpPr>
          <p:cNvPr id="162" name="CustomShape 17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grpSp>
        <p:nvGrpSpPr>
          <p:cNvPr id="163" name="Group 18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164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165" name="CustomShape 19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166" name="Group 20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167" name="CustomShape 21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168" name="Group 22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169" name="CustomShape 23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170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71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72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73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174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175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 hidden="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13" name="CustomShape 2" hidden="1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14" name="CustomShape 3" hidden="1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sp>
        <p:nvSpPr>
          <p:cNvPr id="215" name="CustomShape 4" hidden="1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pic>
        <p:nvPicPr>
          <p:cNvPr id="216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grpSp>
        <p:nvGrpSpPr>
          <p:cNvPr id="217" name="Group 5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218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219" name="CustomShape 6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220" name="Group 7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221" name="CustomShape 8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222" name="Group 9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223" name="CustomShape 10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224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225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226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227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228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229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30" name="CustomShape 1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31" name="CustomShape 12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32" name="CustomShape 13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33" name="PlaceHolder 14"/>
          <p:cNvSpPr>
            <a:spLocks noGrp="1"/>
          </p:cNvSpPr>
          <p:nvPr>
            <p:ph type="title"/>
          </p:nvPr>
        </p:nvSpPr>
        <p:spPr>
          <a:xfrm>
            <a:off x="1774800" y="426240"/>
            <a:ext cx="6048360" cy="9723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15"/>
          <p:cNvSpPr>
            <a:spLocks noGrp="1"/>
          </p:cNvSpPr>
          <p:nvPr>
            <p:ph type="body"/>
          </p:nvPr>
        </p:nvSpPr>
        <p:spPr>
          <a:xfrm>
            <a:off x="1774800" y="1706400"/>
            <a:ext cx="6048360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16"/>
          <p:cNvSpPr>
            <a:spLocks noGrp="1"/>
          </p:cNvSpPr>
          <p:nvPr>
            <p:ph type="body"/>
          </p:nvPr>
        </p:nvSpPr>
        <p:spPr>
          <a:xfrm>
            <a:off x="8331120" y="849600"/>
            <a:ext cx="3858840" cy="2505240"/>
          </a:xfrm>
          <a:prstGeom prst="rect">
            <a:avLst/>
          </a:prstGeom>
        </p:spPr>
        <p:txBody>
          <a:bodyPr lIns="0" tIns="0" rIns="0" bIns="0">
            <a:normAutofit fontScale="44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6" name="PlaceHolder 17"/>
          <p:cNvSpPr>
            <a:spLocks noGrp="1"/>
          </p:cNvSpPr>
          <p:nvPr>
            <p:ph type="body"/>
          </p:nvPr>
        </p:nvSpPr>
        <p:spPr>
          <a:xfrm>
            <a:off x="8331120" y="3563640"/>
            <a:ext cx="3858840" cy="2505240"/>
          </a:xfrm>
          <a:prstGeom prst="rect">
            <a:avLst/>
          </a:prstGeom>
        </p:spPr>
        <p:txBody>
          <a:bodyPr lIns="0" tIns="0" rIns="0" bIns="0">
            <a:normAutofit fontScale="44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7" name="PlaceHolder 18"/>
          <p:cNvSpPr>
            <a:spLocks noGrp="1"/>
          </p:cNvSpPr>
          <p:nvPr>
            <p:ph type="sldNum"/>
          </p:nvPr>
        </p:nvSpPr>
        <p:spPr>
          <a:xfrm>
            <a:off x="11506320" y="6636240"/>
            <a:ext cx="126720" cy="126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pic>
        <p:nvPicPr>
          <p:cNvPr id="238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sp>
        <p:nvSpPr>
          <p:cNvPr id="239" name="CustomShape 19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grpSp>
        <p:nvGrpSpPr>
          <p:cNvPr id="240" name="Group 20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241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242" name="CustomShape 21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243" name="Group 22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244" name="CustomShape 23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245" name="Group 24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246" name="CustomShape 25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247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248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249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250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251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252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ustomShape 1" hidden="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90" name="CustomShape 2" hidden="1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291" name="CustomShape 3" hidden="1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sp>
        <p:nvSpPr>
          <p:cNvPr id="292" name="CustomShape 4" hidden="1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pic>
        <p:nvPicPr>
          <p:cNvPr id="293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grpSp>
        <p:nvGrpSpPr>
          <p:cNvPr id="294" name="Group 5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295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296" name="CustomShape 6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297" name="Group 7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298" name="CustomShape 8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299" name="Group 9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300" name="CustomShape 10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301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02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03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04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05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306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07" name="CustomShape 1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308" name="CustomShape 12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309" name="CustomShape 13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310" name="PlaceHolder 14"/>
          <p:cNvSpPr>
            <a:spLocks noGrp="1"/>
          </p:cNvSpPr>
          <p:nvPr>
            <p:ph type="title"/>
          </p:nvPr>
        </p:nvSpPr>
        <p:spPr>
          <a:xfrm>
            <a:off x="4221360" y="426240"/>
            <a:ext cx="6865560" cy="9723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PlaceHolder 15"/>
          <p:cNvSpPr>
            <a:spLocks noGrp="1"/>
          </p:cNvSpPr>
          <p:nvPr>
            <p:ph type="body"/>
          </p:nvPr>
        </p:nvSpPr>
        <p:spPr>
          <a:xfrm>
            <a:off x="4221360" y="1706400"/>
            <a:ext cx="6865560" cy="4545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One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Two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Three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Four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Five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16"/>
          <p:cNvSpPr>
            <a:spLocks noGrp="1"/>
          </p:cNvSpPr>
          <p:nvPr>
            <p:ph type="body"/>
          </p:nvPr>
        </p:nvSpPr>
        <p:spPr>
          <a:xfrm>
            <a:off x="0" y="1314360"/>
            <a:ext cx="3707640" cy="245484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13" name="PlaceHolder 17"/>
          <p:cNvSpPr>
            <a:spLocks noGrp="1"/>
          </p:cNvSpPr>
          <p:nvPr>
            <p:ph type="body"/>
          </p:nvPr>
        </p:nvSpPr>
        <p:spPr>
          <a:xfrm>
            <a:off x="0" y="3968280"/>
            <a:ext cx="3707640" cy="245484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14" name="PlaceHolder 18"/>
          <p:cNvSpPr>
            <a:spLocks noGrp="1"/>
          </p:cNvSpPr>
          <p:nvPr>
            <p:ph type="sldNum"/>
          </p:nvPr>
        </p:nvSpPr>
        <p:spPr>
          <a:xfrm>
            <a:off x="11506320" y="6636240"/>
            <a:ext cx="126720" cy="126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pic>
        <p:nvPicPr>
          <p:cNvPr id="315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sp>
        <p:nvSpPr>
          <p:cNvPr id="316" name="CustomShape 19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grpSp>
        <p:nvGrpSpPr>
          <p:cNvPr id="317" name="Group 20"/>
          <p:cNvGrpSpPr/>
          <p:nvPr/>
        </p:nvGrpSpPr>
        <p:grpSpPr>
          <a:xfrm>
            <a:off x="10644840" y="936000"/>
            <a:ext cx="1506600" cy="5583960"/>
            <a:chOff x="10644840" y="936000"/>
            <a:chExt cx="1506600" cy="5583960"/>
          </a:xfrm>
        </p:grpSpPr>
        <p:pic>
          <p:nvPicPr>
            <p:cNvPr id="318" name="Image" descr="Image"/>
            <p:cNvPicPr/>
            <p:nvPr/>
          </p:nvPicPr>
          <p:blipFill>
            <a:blip r:embed="rId15"/>
            <a:stretch/>
          </p:blipFill>
          <p:spPr>
            <a:xfrm>
              <a:off x="1064484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319" name="CustomShape 21"/>
            <p:cNvSpPr/>
            <p:nvPr/>
          </p:nvSpPr>
          <p:spPr>
            <a:xfrm>
              <a:off x="1067112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320" name="Group 22"/>
            <p:cNvGrpSpPr/>
            <p:nvPr/>
          </p:nvGrpSpPr>
          <p:grpSpPr>
            <a:xfrm>
              <a:off x="10806120" y="986040"/>
              <a:ext cx="1270440" cy="5510520"/>
              <a:chOff x="10806120" y="986040"/>
              <a:chExt cx="1270440" cy="5510520"/>
            </a:xfrm>
          </p:grpSpPr>
          <p:sp>
            <p:nvSpPr>
              <p:cNvPr id="321" name="CustomShape 23"/>
              <p:cNvSpPr/>
              <p:nvPr/>
            </p:nvSpPr>
            <p:spPr>
              <a:xfrm>
                <a:off x="1080612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322" name="Group 24"/>
              <p:cNvGrpSpPr/>
              <p:nvPr/>
            </p:nvGrpSpPr>
            <p:grpSpPr>
              <a:xfrm>
                <a:off x="11351160" y="986040"/>
                <a:ext cx="725400" cy="757080"/>
                <a:chOff x="11351160" y="986040"/>
                <a:chExt cx="725400" cy="757080"/>
              </a:xfrm>
            </p:grpSpPr>
            <p:sp>
              <p:nvSpPr>
                <p:cNvPr id="323" name="CustomShape 25"/>
                <p:cNvSpPr/>
                <p:nvPr/>
              </p:nvSpPr>
              <p:spPr>
                <a:xfrm>
                  <a:off x="1135368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324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183788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25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1135116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26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1162152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27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1148220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28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1156608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329" name="Image" descr="Image"/>
            <p:cNvPicPr/>
            <p:nvPr/>
          </p:nvPicPr>
          <p:blipFill>
            <a:blip r:embed="rId21"/>
            <a:stretch/>
          </p:blipFill>
          <p:spPr>
            <a:xfrm>
              <a:off x="1068912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CustomShape 1" hidden="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367" name="CustomShape 2" hidden="1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368" name="CustomShape 3" hidden="1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sp>
        <p:nvSpPr>
          <p:cNvPr id="369" name="CustomShape 4" hidden="1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pic>
        <p:nvPicPr>
          <p:cNvPr id="370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grpSp>
        <p:nvGrpSpPr>
          <p:cNvPr id="371" name="Group 5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372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373" name="CustomShape 6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374" name="Group 7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375" name="CustomShape 8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376" name="Group 9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377" name="CustomShape 10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378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79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80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81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382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383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84" name="CustomShape 1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385" name="CustomShape 12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386" name="CustomShape 13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387" name="PlaceHolder 14"/>
          <p:cNvSpPr>
            <a:spLocks noGrp="1"/>
          </p:cNvSpPr>
          <p:nvPr>
            <p:ph type="title"/>
          </p:nvPr>
        </p:nvSpPr>
        <p:spPr>
          <a:xfrm>
            <a:off x="247680" y="980640"/>
            <a:ext cx="3740040" cy="417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15"/>
          <p:cNvSpPr>
            <a:spLocks noGrp="1"/>
          </p:cNvSpPr>
          <p:nvPr>
            <p:ph type="body"/>
          </p:nvPr>
        </p:nvSpPr>
        <p:spPr>
          <a:xfrm>
            <a:off x="247680" y="4407120"/>
            <a:ext cx="3740040" cy="1843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One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Two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Three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Four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  <a:ea typeface="Arial"/>
              </a:rPr>
              <a:t>Body Level Five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16"/>
          <p:cNvSpPr>
            <a:spLocks noGrp="1"/>
          </p:cNvSpPr>
          <p:nvPr>
            <p:ph type="body"/>
          </p:nvPr>
        </p:nvSpPr>
        <p:spPr>
          <a:xfrm>
            <a:off x="4222800" y="979200"/>
            <a:ext cx="3740040" cy="417240"/>
          </a:xfrm>
          <a:prstGeom prst="rect">
            <a:avLst/>
          </a:prstGeom>
        </p:spPr>
        <p:txBody>
          <a:bodyPr lIns="0" tIns="0" rIns="0" bIns="0">
            <a:normAutofit fontScale="2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90" name="PlaceHolder 17"/>
          <p:cNvSpPr>
            <a:spLocks noGrp="1"/>
          </p:cNvSpPr>
          <p:nvPr>
            <p:ph type="body"/>
          </p:nvPr>
        </p:nvSpPr>
        <p:spPr>
          <a:xfrm>
            <a:off x="8197920" y="979200"/>
            <a:ext cx="3740040" cy="417240"/>
          </a:xfrm>
          <a:prstGeom prst="rect">
            <a:avLst/>
          </a:prstGeom>
        </p:spPr>
        <p:txBody>
          <a:bodyPr lIns="0" tIns="0" rIns="0" bIns="0">
            <a:normAutofit fontScale="2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91" name="PlaceHolder 18"/>
          <p:cNvSpPr>
            <a:spLocks noGrp="1"/>
          </p:cNvSpPr>
          <p:nvPr>
            <p:ph type="body"/>
          </p:nvPr>
        </p:nvSpPr>
        <p:spPr>
          <a:xfrm>
            <a:off x="247680" y="1546200"/>
            <a:ext cx="3740040" cy="2663640"/>
          </a:xfrm>
          <a:prstGeom prst="rect">
            <a:avLst/>
          </a:prstGeom>
        </p:spPr>
        <p:txBody>
          <a:bodyPr lIns="0" tIns="0" rIns="0" bIns="0">
            <a:normAutofit fontScale="4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92" name="PlaceHolder 19"/>
          <p:cNvSpPr>
            <a:spLocks noGrp="1"/>
          </p:cNvSpPr>
          <p:nvPr>
            <p:ph type="body"/>
          </p:nvPr>
        </p:nvSpPr>
        <p:spPr>
          <a:xfrm>
            <a:off x="4223160" y="1548720"/>
            <a:ext cx="3740040" cy="2663640"/>
          </a:xfrm>
          <a:prstGeom prst="rect">
            <a:avLst/>
          </a:prstGeom>
        </p:spPr>
        <p:txBody>
          <a:bodyPr lIns="0" tIns="0" rIns="0" bIns="0">
            <a:normAutofit fontScale="4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93" name="PlaceHolder 20"/>
          <p:cNvSpPr>
            <a:spLocks noGrp="1"/>
          </p:cNvSpPr>
          <p:nvPr>
            <p:ph type="body"/>
          </p:nvPr>
        </p:nvSpPr>
        <p:spPr>
          <a:xfrm>
            <a:off x="8198640" y="1546200"/>
            <a:ext cx="3740040" cy="2663640"/>
          </a:xfrm>
          <a:prstGeom prst="rect">
            <a:avLst/>
          </a:prstGeom>
        </p:spPr>
        <p:txBody>
          <a:bodyPr lIns="0" tIns="0" rIns="0" bIns="0">
            <a:normAutofit fontScale="4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94" name="PlaceHolder 21"/>
          <p:cNvSpPr>
            <a:spLocks noGrp="1"/>
          </p:cNvSpPr>
          <p:nvPr>
            <p:ph type="sldNum"/>
          </p:nvPr>
        </p:nvSpPr>
        <p:spPr>
          <a:xfrm>
            <a:off x="11506320" y="6636240"/>
            <a:ext cx="126720" cy="126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pic>
        <p:nvPicPr>
          <p:cNvPr id="395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grpSp>
        <p:nvGrpSpPr>
          <p:cNvPr id="396" name="Group 22"/>
          <p:cNvGrpSpPr/>
          <p:nvPr/>
        </p:nvGrpSpPr>
        <p:grpSpPr>
          <a:xfrm>
            <a:off x="3113280" y="252000"/>
            <a:ext cx="689760" cy="720000"/>
            <a:chOff x="3113280" y="252000"/>
            <a:chExt cx="689760" cy="720000"/>
          </a:xfrm>
        </p:grpSpPr>
        <p:sp>
          <p:nvSpPr>
            <p:cNvPr id="397" name="CustomShape 23"/>
            <p:cNvSpPr/>
            <p:nvPr/>
          </p:nvSpPr>
          <p:spPr>
            <a:xfrm>
              <a:off x="3115800" y="682560"/>
              <a:ext cx="110880" cy="162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rgbClr val="990000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pic>
          <p:nvPicPr>
            <p:cNvPr id="398" name="logoill.pdf" descr="logoill.pdf"/>
            <p:cNvPicPr/>
            <p:nvPr/>
          </p:nvPicPr>
          <p:blipFill>
            <a:blip r:embed="rId16"/>
            <a:stretch/>
          </p:blipFill>
          <p:spPr>
            <a:xfrm>
              <a:off x="3575880" y="689040"/>
              <a:ext cx="155880" cy="149040"/>
            </a:xfrm>
            <a:prstGeom prst="rect">
              <a:avLst/>
            </a:prstGeom>
            <a:ln w="12600">
              <a:noFill/>
            </a:ln>
          </p:spPr>
        </p:pic>
        <p:pic>
          <p:nvPicPr>
            <p:cNvPr id="399" name="mcstas-logo.pdf" descr="mcstas-logo.pdf"/>
            <p:cNvPicPr/>
            <p:nvPr/>
          </p:nvPicPr>
          <p:blipFill>
            <a:blip r:embed="rId17"/>
            <a:stretch/>
          </p:blipFill>
          <p:spPr>
            <a:xfrm>
              <a:off x="3113280" y="252000"/>
              <a:ext cx="689760" cy="405000"/>
            </a:xfrm>
            <a:prstGeom prst="rect">
              <a:avLst/>
            </a:prstGeom>
            <a:ln w="12600">
              <a:noFill/>
            </a:ln>
          </p:spPr>
        </p:pic>
        <p:pic>
          <p:nvPicPr>
            <p:cNvPr id="400" name="PSI-Logo_trans.png" descr="PSI-Logo_trans.png"/>
            <p:cNvPicPr/>
            <p:nvPr/>
          </p:nvPicPr>
          <p:blipFill>
            <a:blip r:embed="rId18"/>
            <a:stretch/>
          </p:blipFill>
          <p:spPr>
            <a:xfrm>
              <a:off x="3370320" y="728640"/>
              <a:ext cx="194040" cy="70920"/>
            </a:xfrm>
            <a:prstGeom prst="rect">
              <a:avLst/>
            </a:prstGeom>
            <a:ln w="12600">
              <a:noFill/>
            </a:ln>
          </p:spPr>
        </p:pic>
        <p:pic>
          <p:nvPicPr>
            <p:cNvPr id="401" name="ku-logo.pdf" descr="ku-logo.pdf"/>
            <p:cNvPicPr/>
            <p:nvPr/>
          </p:nvPicPr>
          <p:blipFill>
            <a:blip r:embed="rId19"/>
            <a:stretch/>
          </p:blipFill>
          <p:spPr>
            <a:xfrm>
              <a:off x="3237840" y="681120"/>
              <a:ext cx="121680" cy="165600"/>
            </a:xfrm>
            <a:prstGeom prst="rect">
              <a:avLst/>
            </a:prstGeom>
            <a:ln w="12600">
              <a:noFill/>
            </a:ln>
          </p:spPr>
        </p:pic>
        <p:pic>
          <p:nvPicPr>
            <p:cNvPr id="402" name="ESS_Logo_Frugal_Blue_cmyk.png" descr="ESS_Logo_Frugal_Blue_cmyk.png"/>
            <p:cNvPicPr/>
            <p:nvPr/>
          </p:nvPicPr>
          <p:blipFill>
            <a:blip r:embed="rId20"/>
            <a:stretch/>
          </p:blipFill>
          <p:spPr>
            <a:xfrm>
              <a:off x="3317760" y="829440"/>
              <a:ext cx="265320" cy="1425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403" name="CustomShape 24"/>
          <p:cNvSpPr/>
          <p:nvPr/>
        </p:nvSpPr>
        <p:spPr>
          <a:xfrm>
            <a:off x="1925640" y="155160"/>
            <a:ext cx="1002240" cy="72000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400" b="1" i="1" strike="noStrike" spc="-1" dirty="0">
                <a:solidFill>
                  <a:srgbClr val="000000"/>
                </a:solidFill>
                <a:latin typeface="Arial"/>
                <a:ea typeface="Arial"/>
              </a:rPr>
              <a:t>2025 ISIS</a:t>
            </a:r>
            <a:br>
              <a:rPr dirty="0"/>
            </a:br>
            <a:r>
              <a:rPr lang="en-US" sz="1400" b="1" i="1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McStas</a:t>
            </a:r>
            <a:r>
              <a:rPr lang="en-US" sz="1400" b="1" i="1" strike="noStrike" spc="-1" dirty="0">
                <a:solidFill>
                  <a:srgbClr val="000000"/>
                </a:solidFill>
                <a:latin typeface="Arial"/>
                <a:ea typeface="Arial"/>
              </a:rPr>
              <a:t> School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404" name="CustomShape 25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CustomShape 1" hidden="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442" name="CustomShape 2" hidden="1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443" name="CustomShape 3" hidden="1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sp>
        <p:nvSpPr>
          <p:cNvPr id="444" name="CustomShape 4" hidden="1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pic>
        <p:nvPicPr>
          <p:cNvPr id="445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grpSp>
        <p:nvGrpSpPr>
          <p:cNvPr id="446" name="Group 5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447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448" name="CustomShape 6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449" name="Group 7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450" name="CustomShape 8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451" name="Group 9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452" name="CustomShape 10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453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454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455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456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457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458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459" name="CustomShape 1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460" name="CustomShape 12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461" name="CustomShape 13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462" name="PlaceHolder 14"/>
          <p:cNvSpPr>
            <a:spLocks noGrp="1"/>
          </p:cNvSpPr>
          <p:nvPr>
            <p:ph type="title"/>
          </p:nvPr>
        </p:nvSpPr>
        <p:spPr>
          <a:xfrm>
            <a:off x="1774800" y="426240"/>
            <a:ext cx="9312120" cy="97236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>
                <a:solidFill>
                  <a:srgbClr val="000000"/>
                </a:solidFill>
                <a:latin typeface="Arial"/>
                <a:ea typeface="Arial"/>
              </a:rPr>
              <a:t>Title Text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15"/>
          <p:cNvSpPr>
            <a:spLocks noGrp="1"/>
          </p:cNvSpPr>
          <p:nvPr>
            <p:ph type="sldNum"/>
          </p:nvPr>
        </p:nvSpPr>
        <p:spPr>
          <a:xfrm>
            <a:off x="11506320" y="6636240"/>
            <a:ext cx="126720" cy="126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pic>
        <p:nvPicPr>
          <p:cNvPr id="464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sp>
        <p:nvSpPr>
          <p:cNvPr id="465" name="CustomShape 16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grpSp>
        <p:nvGrpSpPr>
          <p:cNvPr id="466" name="Group 17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467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468" name="CustomShape 18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469" name="Group 19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470" name="CustomShape 20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471" name="Group 21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472" name="CustomShape 22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473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474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475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476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477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478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479" name="PlaceHolder 23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CustomShape 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517" name="CustomShape 2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518" name="CustomShape 3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sp>
        <p:nvSpPr>
          <p:cNvPr id="519" name="CustomShape 4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pic>
        <p:nvPicPr>
          <p:cNvPr id="520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grpSp>
        <p:nvGrpSpPr>
          <p:cNvPr id="521" name="Group 5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522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523" name="CustomShape 6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524" name="Group 7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525" name="CustomShape 8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526" name="Group 9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527" name="CustomShape 10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528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529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530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531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532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533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34" name="PlaceHolder 11"/>
          <p:cNvSpPr>
            <a:spLocks noGrp="1"/>
          </p:cNvSpPr>
          <p:nvPr>
            <p:ph type="sldNum"/>
          </p:nvPr>
        </p:nvSpPr>
        <p:spPr>
          <a:xfrm>
            <a:off x="11506320" y="6636240"/>
            <a:ext cx="126720" cy="126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35" name="PlaceHolder 12"/>
          <p:cNvSpPr>
            <a:spLocks noGrp="1"/>
          </p:cNvSpPr>
          <p:nvPr>
            <p:ph type="title"/>
          </p:nvPr>
        </p:nvSpPr>
        <p:spPr>
          <a:xfrm>
            <a:off x="608760" y="273600"/>
            <a:ext cx="109605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36" name="PlaceHolder 13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CustomShape 1" hidden="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574" name="CustomShape 2" hidden="1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575" name="CustomShape 3" hidden="1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sp>
        <p:nvSpPr>
          <p:cNvPr id="576" name="CustomShape 4" hidden="1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pic>
        <p:nvPicPr>
          <p:cNvPr id="577" name="ESS.png" descr="ESS.png"/>
          <p:cNvPicPr/>
          <p:nvPr/>
        </p:nvPicPr>
        <p:blipFill>
          <a:blip r:embed="rId14"/>
          <a:stretch/>
        </p:blipFill>
        <p:spPr>
          <a:xfrm>
            <a:off x="730080" y="252000"/>
            <a:ext cx="1137960" cy="611640"/>
          </a:xfrm>
          <a:prstGeom prst="rect">
            <a:avLst/>
          </a:prstGeom>
          <a:ln w="12600">
            <a:noFill/>
          </a:ln>
        </p:spPr>
      </p:pic>
      <p:grpSp>
        <p:nvGrpSpPr>
          <p:cNvPr id="578" name="Group 5"/>
          <p:cNvGrpSpPr/>
          <p:nvPr/>
        </p:nvGrpSpPr>
        <p:grpSpPr>
          <a:xfrm>
            <a:off x="16920" y="936000"/>
            <a:ext cx="1506600" cy="5583960"/>
            <a:chOff x="16920" y="936000"/>
            <a:chExt cx="1506600" cy="5583960"/>
          </a:xfrm>
        </p:grpSpPr>
        <p:pic>
          <p:nvPicPr>
            <p:cNvPr id="579" name="Image" descr="Image"/>
            <p:cNvPicPr/>
            <p:nvPr/>
          </p:nvPicPr>
          <p:blipFill>
            <a:blip r:embed="rId15"/>
            <a:stretch/>
          </p:blipFill>
          <p:spPr>
            <a:xfrm>
              <a:off x="16920" y="936000"/>
              <a:ext cx="1506600" cy="5583960"/>
            </a:xfrm>
            <a:prstGeom prst="rect">
              <a:avLst/>
            </a:prstGeom>
            <a:ln w="12600">
              <a:noFill/>
            </a:ln>
          </p:spPr>
        </p:pic>
        <p:sp>
          <p:nvSpPr>
            <p:cNvPr id="580" name="CustomShape 6"/>
            <p:cNvSpPr/>
            <p:nvPr/>
          </p:nvSpPr>
          <p:spPr>
            <a:xfrm>
              <a:off x="43560" y="965520"/>
              <a:ext cx="1453680" cy="791280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grpSp>
          <p:nvGrpSpPr>
            <p:cNvPr id="581" name="Group 7"/>
            <p:cNvGrpSpPr/>
            <p:nvPr/>
          </p:nvGrpSpPr>
          <p:grpSpPr>
            <a:xfrm>
              <a:off x="178200" y="986040"/>
              <a:ext cx="1270800" cy="5510520"/>
              <a:chOff x="178200" y="986040"/>
              <a:chExt cx="1270800" cy="5510520"/>
            </a:xfrm>
          </p:grpSpPr>
          <p:sp>
            <p:nvSpPr>
              <p:cNvPr id="582" name="CustomShape 8"/>
              <p:cNvSpPr/>
              <p:nvPr/>
            </p:nvSpPr>
            <p:spPr>
              <a:xfrm>
                <a:off x="178200" y="5464080"/>
                <a:ext cx="1184040" cy="1032480"/>
              </a:xfrm>
              <a:prstGeom prst="rect">
                <a:avLst/>
              </a:prstGeom>
              <a:noFill/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b">
                <a:normAutofit lnSpcReduction="10000"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2025 Virtual ISIS</a:t>
                </a:r>
                <a:br>
                  <a:rPr dirty="0"/>
                </a:br>
                <a:r>
                  <a:rPr lang="en-US" sz="1590" b="1" i="1" strike="noStrike" spc="-1" dirty="0" err="1">
                    <a:solidFill>
                      <a:srgbClr val="FFFFFF"/>
                    </a:solidFill>
                    <a:latin typeface="Arial"/>
                    <a:ea typeface="Arial"/>
                  </a:rPr>
                  <a:t>McStas</a:t>
                </a:r>
                <a:r>
                  <a:rPr lang="en-US" sz="1590" b="1" i="1" strike="noStrike" spc="-1" dirty="0">
                    <a:solidFill>
                      <a:srgbClr val="FFFFFF"/>
                    </a:solidFill>
                    <a:latin typeface="Arial"/>
                    <a:ea typeface="Arial"/>
                  </a:rPr>
                  <a:t> School</a:t>
                </a:r>
                <a:endParaRPr lang="en-US" sz="1590" b="0" strike="noStrike" spc="-1" dirty="0">
                  <a:latin typeface="Arial"/>
                </a:endParaRPr>
              </a:p>
            </p:txBody>
          </p:sp>
          <p:grpSp>
            <p:nvGrpSpPr>
              <p:cNvPr id="583" name="Group 9"/>
              <p:cNvGrpSpPr/>
              <p:nvPr/>
            </p:nvGrpSpPr>
            <p:grpSpPr>
              <a:xfrm>
                <a:off x="723600" y="986040"/>
                <a:ext cx="725400" cy="757080"/>
                <a:chOff x="723600" y="986040"/>
                <a:chExt cx="725400" cy="757080"/>
              </a:xfrm>
            </p:grpSpPr>
            <p:sp>
              <p:nvSpPr>
                <p:cNvPr id="584" name="CustomShape 10"/>
                <p:cNvSpPr/>
                <p:nvPr/>
              </p:nvSpPr>
              <p:spPr>
                <a:xfrm>
                  <a:off x="726120" y="1438560"/>
                  <a:ext cx="116640" cy="17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rgbClr val="990000"/>
                </a:solidFill>
                <a:ln w="126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/>
                <a:lstStyle/>
                <a:p>
                  <a:endParaRPr lang="en-DK"/>
                </a:p>
              </p:txBody>
            </p:sp>
            <p:pic>
              <p:nvPicPr>
                <p:cNvPr id="585" name="logoill.pdf" descr="logoill.pdf"/>
                <p:cNvPicPr/>
                <p:nvPr/>
              </p:nvPicPr>
              <p:blipFill>
                <a:blip r:embed="rId16"/>
                <a:stretch/>
              </p:blipFill>
              <p:spPr>
                <a:xfrm>
                  <a:off x="1209960" y="1445400"/>
                  <a:ext cx="163800" cy="15660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586" name="mcstas-logo.pdf" descr="mcstas-logo.pdf"/>
                <p:cNvPicPr/>
                <p:nvPr/>
              </p:nvPicPr>
              <p:blipFill>
                <a:blip r:embed="rId17"/>
                <a:stretch/>
              </p:blipFill>
              <p:spPr>
                <a:xfrm>
                  <a:off x="723600" y="986040"/>
                  <a:ext cx="725400" cy="42624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587" name="PSI-Logo_trans.png" descr="PSI-Logo_trans.png"/>
                <p:cNvPicPr/>
                <p:nvPr/>
              </p:nvPicPr>
              <p:blipFill>
                <a:blip r:embed="rId18"/>
                <a:stretch/>
              </p:blipFill>
              <p:spPr>
                <a:xfrm>
                  <a:off x="993960" y="1487160"/>
                  <a:ext cx="204120" cy="7452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588" name="ku-logo.pdf" descr="ku-logo.pdf"/>
                <p:cNvPicPr/>
                <p:nvPr/>
              </p:nvPicPr>
              <p:blipFill>
                <a:blip r:embed="rId19"/>
                <a:stretch/>
              </p:blipFill>
              <p:spPr>
                <a:xfrm>
                  <a:off x="854640" y="1437120"/>
                  <a:ext cx="128160" cy="173880"/>
                </a:xfrm>
                <a:prstGeom prst="rect">
                  <a:avLst/>
                </a:prstGeom>
                <a:ln w="12600">
                  <a:noFill/>
                </a:ln>
              </p:spPr>
            </p:pic>
            <p:pic>
              <p:nvPicPr>
                <p:cNvPr id="589" name="ESS_Logo_Frugal_Blue_cmyk.png" descr="ESS_Logo_Frugal_Blue_cmyk.png"/>
                <p:cNvPicPr/>
                <p:nvPr/>
              </p:nvPicPr>
              <p:blipFill>
                <a:blip r:embed="rId20"/>
                <a:stretch/>
              </p:blipFill>
              <p:spPr>
                <a:xfrm>
                  <a:off x="938520" y="1593360"/>
                  <a:ext cx="279000" cy="149760"/>
                </a:xfrm>
                <a:prstGeom prst="rect">
                  <a:avLst/>
                </a:prstGeom>
                <a:ln w="12600">
                  <a:noFill/>
                </a:ln>
              </p:spPr>
            </p:pic>
          </p:grpSp>
        </p:grpSp>
        <p:pic>
          <p:nvPicPr>
            <p:cNvPr id="590" name="Image" descr="Image"/>
            <p:cNvPicPr/>
            <p:nvPr/>
          </p:nvPicPr>
          <p:blipFill>
            <a:blip r:embed="rId21"/>
            <a:stretch/>
          </p:blipFill>
          <p:spPr>
            <a:xfrm>
              <a:off x="61200" y="997920"/>
              <a:ext cx="617400" cy="61164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91" name="CustomShape 11"/>
          <p:cNvSpPr/>
          <p:nvPr/>
        </p:nvSpPr>
        <p:spPr>
          <a:xfrm>
            <a:off x="252000" y="252000"/>
            <a:ext cx="419400" cy="61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592" name="CustomShape 12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593" name="CustomShape 13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>
                <a:solidFill>
                  <a:srgbClr val="FFFFFF"/>
                </a:solidFill>
                <a:latin typeface="Arial"/>
                <a:ea typeface="Arial"/>
              </a:rPr>
              <a:t>DTU Fysik</a:t>
            </a:r>
            <a:endParaRPr lang="en-US" sz="700" b="0" strike="noStrike" spc="-1">
              <a:latin typeface="Arial"/>
            </a:endParaRPr>
          </a:p>
        </p:txBody>
      </p:sp>
      <p:sp>
        <p:nvSpPr>
          <p:cNvPr id="594" name="CustomShape 14"/>
          <p:cNvSpPr/>
          <p:nvPr/>
        </p:nvSpPr>
        <p:spPr>
          <a:xfrm>
            <a:off x="251280" y="6645960"/>
            <a:ext cx="110376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400"/>
              </a:spcBef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6. marts 2025</a:t>
            </a:r>
            <a:endParaRPr lang="en-US" sz="700" b="0" strike="noStrike" spc="-1" dirty="0">
              <a:latin typeface="Arial"/>
            </a:endParaRPr>
          </a:p>
        </p:txBody>
      </p:sp>
      <p:sp>
        <p:nvSpPr>
          <p:cNvPr id="595" name="CustomShape 15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596" name="CustomShape 16"/>
          <p:cNvSpPr/>
          <p:nvPr/>
        </p:nvSpPr>
        <p:spPr>
          <a:xfrm>
            <a:off x="-6840" y="-37800"/>
            <a:ext cx="12192840" cy="68612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597" name="CustomShape 17"/>
          <p:cNvSpPr/>
          <p:nvPr/>
        </p:nvSpPr>
        <p:spPr>
          <a:xfrm>
            <a:off x="4870440" y="1651320"/>
            <a:ext cx="2387880" cy="3483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598" name="PlaceHolder 18"/>
          <p:cNvSpPr>
            <a:spLocks noGrp="1"/>
          </p:cNvSpPr>
          <p:nvPr>
            <p:ph type="sldNum"/>
          </p:nvPr>
        </p:nvSpPr>
        <p:spPr>
          <a:xfrm rot="10800000">
            <a:off x="126720" y="6976080"/>
            <a:ext cx="126720" cy="126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99" name="CustomShape 19"/>
          <p:cNvSpPr/>
          <p:nvPr/>
        </p:nvSpPr>
        <p:spPr>
          <a:xfrm>
            <a:off x="0" y="6541200"/>
            <a:ext cx="12192840" cy="3164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sp>
        <p:nvSpPr>
          <p:cNvPr id="600" name="CustomShape 20"/>
          <p:cNvSpPr/>
          <p:nvPr/>
        </p:nvSpPr>
        <p:spPr>
          <a:xfrm>
            <a:off x="0" y="0"/>
            <a:ext cx="12192840" cy="50040"/>
          </a:xfrm>
          <a:prstGeom prst="rect">
            <a:avLst/>
          </a:prstGeom>
          <a:solidFill>
            <a:srgbClr val="99000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pic>
        <p:nvPicPr>
          <p:cNvPr id="601" name="Image" descr="Image"/>
          <p:cNvPicPr/>
          <p:nvPr/>
        </p:nvPicPr>
        <p:blipFill>
          <a:blip r:embed="rId22"/>
          <a:stretch/>
        </p:blipFill>
        <p:spPr>
          <a:xfrm>
            <a:off x="604800" y="2381400"/>
            <a:ext cx="3885840" cy="2095200"/>
          </a:xfrm>
          <a:prstGeom prst="rect">
            <a:avLst/>
          </a:prstGeom>
          <a:ln w="12600">
            <a:noFill/>
          </a:ln>
        </p:spPr>
      </p:pic>
      <p:grpSp>
        <p:nvGrpSpPr>
          <p:cNvPr id="602" name="Group 21"/>
          <p:cNvGrpSpPr/>
          <p:nvPr/>
        </p:nvGrpSpPr>
        <p:grpSpPr>
          <a:xfrm>
            <a:off x="3041280" y="4876200"/>
            <a:ext cx="1302480" cy="1359720"/>
            <a:chOff x="3041280" y="4876200"/>
            <a:chExt cx="1302480" cy="1359720"/>
          </a:xfrm>
        </p:grpSpPr>
        <p:sp>
          <p:nvSpPr>
            <p:cNvPr id="603" name="CustomShape 22"/>
            <p:cNvSpPr/>
            <p:nvPr/>
          </p:nvSpPr>
          <p:spPr>
            <a:xfrm>
              <a:off x="3045600" y="5689080"/>
              <a:ext cx="209520" cy="306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rgbClr val="990000"/>
            </a:solidFill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DK"/>
            </a:p>
          </p:txBody>
        </p:sp>
        <p:pic>
          <p:nvPicPr>
            <p:cNvPr id="604" name="logoill.pdf" descr="logoill.pdf"/>
            <p:cNvPicPr/>
            <p:nvPr/>
          </p:nvPicPr>
          <p:blipFill>
            <a:blip r:embed="rId16"/>
            <a:stretch/>
          </p:blipFill>
          <p:spPr>
            <a:xfrm>
              <a:off x="3914640" y="5701320"/>
              <a:ext cx="294480" cy="281520"/>
            </a:xfrm>
            <a:prstGeom prst="rect">
              <a:avLst/>
            </a:prstGeom>
            <a:ln w="12600">
              <a:noFill/>
            </a:ln>
          </p:spPr>
        </p:pic>
        <p:pic>
          <p:nvPicPr>
            <p:cNvPr id="605" name="mcstas-logo.pdf" descr="mcstas-logo.pdf"/>
            <p:cNvPicPr/>
            <p:nvPr/>
          </p:nvPicPr>
          <p:blipFill>
            <a:blip r:embed="rId17"/>
            <a:stretch/>
          </p:blipFill>
          <p:spPr>
            <a:xfrm>
              <a:off x="3041280" y="4876200"/>
              <a:ext cx="1302480" cy="765360"/>
            </a:xfrm>
            <a:prstGeom prst="rect">
              <a:avLst/>
            </a:prstGeom>
            <a:ln w="12600">
              <a:noFill/>
            </a:ln>
          </p:spPr>
        </p:pic>
        <p:pic>
          <p:nvPicPr>
            <p:cNvPr id="606" name="PSI-Logo_trans.png" descr="PSI-Logo_trans.png"/>
            <p:cNvPicPr/>
            <p:nvPr/>
          </p:nvPicPr>
          <p:blipFill>
            <a:blip r:embed="rId18"/>
            <a:stretch/>
          </p:blipFill>
          <p:spPr>
            <a:xfrm>
              <a:off x="3526560" y="5776200"/>
              <a:ext cx="366840" cy="133920"/>
            </a:xfrm>
            <a:prstGeom prst="rect">
              <a:avLst/>
            </a:prstGeom>
            <a:ln w="12600">
              <a:noFill/>
            </a:ln>
          </p:spPr>
        </p:pic>
        <p:pic>
          <p:nvPicPr>
            <p:cNvPr id="607" name="ku-logo.pdf" descr="ku-logo.pdf"/>
            <p:cNvPicPr/>
            <p:nvPr/>
          </p:nvPicPr>
          <p:blipFill>
            <a:blip r:embed="rId19"/>
            <a:stretch/>
          </p:blipFill>
          <p:spPr>
            <a:xfrm>
              <a:off x="3276360" y="5686560"/>
              <a:ext cx="230040" cy="312840"/>
            </a:xfrm>
            <a:prstGeom prst="rect">
              <a:avLst/>
            </a:prstGeom>
            <a:ln w="12600">
              <a:noFill/>
            </a:ln>
          </p:spPr>
        </p:pic>
        <p:pic>
          <p:nvPicPr>
            <p:cNvPr id="608" name="ESS_Logo_Frugal_Blue_cmyk.png" descr="ESS_Logo_Frugal_Blue_cmyk.png"/>
            <p:cNvPicPr/>
            <p:nvPr/>
          </p:nvPicPr>
          <p:blipFill>
            <a:blip r:embed="rId20"/>
            <a:stretch/>
          </p:blipFill>
          <p:spPr>
            <a:xfrm>
              <a:off x="3426840" y="5966640"/>
              <a:ext cx="501120" cy="26928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09" name="CustomShape 23"/>
          <p:cNvSpPr/>
          <p:nvPr/>
        </p:nvSpPr>
        <p:spPr>
          <a:xfrm>
            <a:off x="1774800" y="6645960"/>
            <a:ext cx="3396600" cy="10728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2025 ISIS </a:t>
            </a:r>
            <a:r>
              <a:rPr lang="en-US" sz="700" b="1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McStas</a:t>
            </a:r>
            <a:r>
              <a:rPr lang="en-US" sz="700" b="1" strike="noStrike" spc="-1" dirty="0">
                <a:solidFill>
                  <a:srgbClr val="FFFFFF"/>
                </a:solidFill>
                <a:latin typeface="Arial"/>
                <a:ea typeface="Arial"/>
              </a:rPr>
              <a:t> school</a:t>
            </a:r>
            <a:endParaRPr lang="en-US" sz="700" b="0" strike="noStrike" spc="-1" dirty="0">
              <a:latin typeface="Arial"/>
            </a:endParaRPr>
          </a:p>
        </p:txBody>
      </p:sp>
      <p:pic>
        <p:nvPicPr>
          <p:cNvPr id="610" name="Image" descr="Image"/>
          <p:cNvPicPr/>
          <p:nvPr/>
        </p:nvPicPr>
        <p:blipFill>
          <a:blip r:embed="rId15"/>
          <a:stretch/>
        </p:blipFill>
        <p:spPr>
          <a:xfrm>
            <a:off x="8273520" y="423720"/>
            <a:ext cx="2633040" cy="6010560"/>
          </a:xfrm>
          <a:prstGeom prst="rect">
            <a:avLst/>
          </a:prstGeom>
          <a:ln w="12600">
            <a:noFill/>
          </a:ln>
        </p:spPr>
      </p:pic>
      <p:sp>
        <p:nvSpPr>
          <p:cNvPr id="611" name="CustomShape 24"/>
          <p:cNvSpPr/>
          <p:nvPr/>
        </p:nvSpPr>
        <p:spPr>
          <a:xfrm>
            <a:off x="8841240" y="661320"/>
            <a:ext cx="1497600" cy="81540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DK"/>
          </a:p>
        </p:txBody>
      </p:sp>
      <p:grpSp>
        <p:nvGrpSpPr>
          <p:cNvPr id="612" name="Group 25"/>
          <p:cNvGrpSpPr/>
          <p:nvPr/>
        </p:nvGrpSpPr>
        <p:grpSpPr>
          <a:xfrm>
            <a:off x="9015120" y="667440"/>
            <a:ext cx="1309320" cy="5677920"/>
            <a:chOff x="9015120" y="667440"/>
            <a:chExt cx="1309320" cy="5677920"/>
          </a:xfrm>
        </p:grpSpPr>
        <p:sp>
          <p:nvSpPr>
            <p:cNvPr id="613" name="CustomShape 26"/>
            <p:cNvSpPr/>
            <p:nvPr/>
          </p:nvSpPr>
          <p:spPr>
            <a:xfrm>
              <a:off x="9015120" y="5281560"/>
              <a:ext cx="1220040" cy="106380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b">
              <a:normAutofit lnSpcReduction="10000"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629" b="1" i="1" strike="noStrike" spc="-1" dirty="0">
                  <a:solidFill>
                    <a:srgbClr val="FFFFFF"/>
                  </a:solidFill>
                  <a:latin typeface="Arial"/>
                  <a:ea typeface="Arial"/>
                </a:rPr>
                <a:t>2025 Virtual ISIS</a:t>
              </a:r>
              <a:br>
                <a:rPr dirty="0"/>
              </a:br>
              <a:r>
                <a:rPr lang="en-US" sz="1629" b="1" i="1" strike="noStrike" spc="-1" dirty="0" err="1">
                  <a:solidFill>
                    <a:srgbClr val="FFFFFF"/>
                  </a:solidFill>
                  <a:latin typeface="Arial"/>
                  <a:ea typeface="Arial"/>
                </a:rPr>
                <a:t>McStas</a:t>
              </a:r>
              <a:r>
                <a:rPr lang="en-US" sz="1629" b="1" i="1" strike="noStrike" spc="-1" dirty="0">
                  <a:solidFill>
                    <a:srgbClr val="FFFFFF"/>
                  </a:solidFill>
                  <a:latin typeface="Arial"/>
                  <a:ea typeface="Arial"/>
                </a:rPr>
                <a:t> School</a:t>
              </a:r>
              <a:endParaRPr lang="en-US" sz="1629" b="0" strike="noStrike" spc="-1" dirty="0">
                <a:latin typeface="Arial"/>
              </a:endParaRPr>
            </a:p>
          </p:txBody>
        </p:sp>
        <p:grpSp>
          <p:nvGrpSpPr>
            <p:cNvPr id="614" name="Group 27"/>
            <p:cNvGrpSpPr/>
            <p:nvPr/>
          </p:nvGrpSpPr>
          <p:grpSpPr>
            <a:xfrm>
              <a:off x="9577080" y="667440"/>
              <a:ext cx="747360" cy="780480"/>
              <a:chOff x="9577080" y="667440"/>
              <a:chExt cx="747360" cy="780480"/>
            </a:xfrm>
          </p:grpSpPr>
          <p:sp>
            <p:nvSpPr>
              <p:cNvPr id="615" name="CustomShape 28"/>
              <p:cNvSpPr/>
              <p:nvPr/>
            </p:nvSpPr>
            <p:spPr>
              <a:xfrm>
                <a:off x="9579600" y="1134000"/>
                <a:ext cx="120240" cy="1753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4597" y="18293"/>
                    </a:moveTo>
                    <a:cubicBezTo>
                      <a:pt x="10549" y="19881"/>
                      <a:pt x="11051" y="19881"/>
                      <a:pt x="17003" y="18293"/>
                    </a:cubicBezTo>
                    <a:cubicBezTo>
                      <a:pt x="17003" y="18293"/>
                      <a:pt x="17003" y="18293"/>
                      <a:pt x="21600" y="19949"/>
                    </a:cubicBezTo>
                    <a:cubicBezTo>
                      <a:pt x="21600" y="19949"/>
                      <a:pt x="21600" y="19949"/>
                      <a:pt x="17003" y="21600"/>
                    </a:cubicBezTo>
                    <a:cubicBezTo>
                      <a:pt x="11051" y="20016"/>
                      <a:pt x="10549" y="20016"/>
                      <a:pt x="4597" y="21600"/>
                    </a:cubicBezTo>
                    <a:cubicBezTo>
                      <a:pt x="4597" y="21600"/>
                      <a:pt x="4597" y="21600"/>
                      <a:pt x="0" y="19949"/>
                    </a:cubicBezTo>
                    <a:cubicBezTo>
                      <a:pt x="0" y="19949"/>
                      <a:pt x="0" y="19949"/>
                      <a:pt x="4597" y="18293"/>
                    </a:cubicBezTo>
                    <a:close/>
                    <a:moveTo>
                      <a:pt x="4597" y="14200"/>
                    </a:moveTo>
                    <a:cubicBezTo>
                      <a:pt x="10549" y="15790"/>
                      <a:pt x="11051" y="15790"/>
                      <a:pt x="17003" y="14200"/>
                    </a:cubicBezTo>
                    <a:cubicBezTo>
                      <a:pt x="17003" y="14200"/>
                      <a:pt x="17003" y="14200"/>
                      <a:pt x="21600" y="15858"/>
                    </a:cubicBezTo>
                    <a:cubicBezTo>
                      <a:pt x="21600" y="15858"/>
                      <a:pt x="21600" y="15858"/>
                      <a:pt x="17003" y="17512"/>
                    </a:cubicBezTo>
                    <a:cubicBezTo>
                      <a:pt x="11051" y="15925"/>
                      <a:pt x="10549" y="15925"/>
                      <a:pt x="4597" y="17512"/>
                    </a:cubicBezTo>
                    <a:cubicBezTo>
                      <a:pt x="4597" y="17512"/>
                      <a:pt x="4597" y="17512"/>
                      <a:pt x="0" y="15858"/>
                    </a:cubicBezTo>
                    <a:cubicBezTo>
                      <a:pt x="0" y="15858"/>
                      <a:pt x="0" y="15858"/>
                      <a:pt x="4597" y="14200"/>
                    </a:cubicBezTo>
                    <a:close/>
                    <a:moveTo>
                      <a:pt x="4597" y="10111"/>
                    </a:moveTo>
                    <a:cubicBezTo>
                      <a:pt x="10549" y="11702"/>
                      <a:pt x="11051" y="11702"/>
                      <a:pt x="17003" y="10111"/>
                    </a:cubicBezTo>
                    <a:cubicBezTo>
                      <a:pt x="17003" y="10111"/>
                      <a:pt x="17003" y="10111"/>
                      <a:pt x="21600" y="11769"/>
                    </a:cubicBezTo>
                    <a:cubicBezTo>
                      <a:pt x="21600" y="11769"/>
                      <a:pt x="21600" y="11769"/>
                      <a:pt x="17003" y="13423"/>
                    </a:cubicBezTo>
                    <a:cubicBezTo>
                      <a:pt x="11051" y="11837"/>
                      <a:pt x="10549" y="11837"/>
                      <a:pt x="4597" y="13423"/>
                    </a:cubicBezTo>
                    <a:cubicBezTo>
                      <a:pt x="4597" y="13423"/>
                      <a:pt x="4597" y="13423"/>
                      <a:pt x="0" y="11769"/>
                    </a:cubicBezTo>
                    <a:cubicBezTo>
                      <a:pt x="0" y="11769"/>
                      <a:pt x="0" y="11769"/>
                      <a:pt x="4597" y="10111"/>
                    </a:cubicBezTo>
                    <a:close/>
                    <a:moveTo>
                      <a:pt x="2971" y="918"/>
                    </a:moveTo>
                    <a:lnTo>
                      <a:pt x="2971" y="6926"/>
                    </a:lnTo>
                    <a:cubicBezTo>
                      <a:pt x="2971" y="6926"/>
                      <a:pt x="2971" y="6926"/>
                      <a:pt x="3980" y="6926"/>
                    </a:cubicBezTo>
                    <a:cubicBezTo>
                      <a:pt x="4430" y="6926"/>
                      <a:pt x="4695" y="6878"/>
                      <a:pt x="4903" y="6708"/>
                    </a:cubicBezTo>
                    <a:cubicBezTo>
                      <a:pt x="5220" y="6447"/>
                      <a:pt x="5249" y="5917"/>
                      <a:pt x="5249" y="4849"/>
                    </a:cubicBezTo>
                    <a:cubicBezTo>
                      <a:pt x="5249" y="4849"/>
                      <a:pt x="5249" y="4849"/>
                      <a:pt x="5249" y="2990"/>
                    </a:cubicBezTo>
                    <a:cubicBezTo>
                      <a:pt x="5249" y="1926"/>
                      <a:pt x="5220" y="1396"/>
                      <a:pt x="4903" y="1135"/>
                    </a:cubicBezTo>
                    <a:cubicBezTo>
                      <a:pt x="4695" y="965"/>
                      <a:pt x="4430" y="918"/>
                      <a:pt x="3980" y="918"/>
                    </a:cubicBezTo>
                    <a:cubicBezTo>
                      <a:pt x="3980" y="918"/>
                      <a:pt x="3980" y="918"/>
                      <a:pt x="2971" y="918"/>
                    </a:cubicBezTo>
                    <a:close/>
                    <a:moveTo>
                      <a:pt x="8068" y="0"/>
                    </a:moveTo>
                    <a:cubicBezTo>
                      <a:pt x="8068" y="0"/>
                      <a:pt x="8068" y="0"/>
                      <a:pt x="13456" y="0"/>
                    </a:cubicBezTo>
                    <a:cubicBezTo>
                      <a:pt x="13542" y="0"/>
                      <a:pt x="13594" y="16"/>
                      <a:pt x="13635" y="44"/>
                    </a:cubicBezTo>
                    <a:cubicBezTo>
                      <a:pt x="13669" y="67"/>
                      <a:pt x="13698" y="103"/>
                      <a:pt x="13698" y="162"/>
                    </a:cubicBezTo>
                    <a:cubicBezTo>
                      <a:pt x="13698" y="162"/>
                      <a:pt x="13698" y="162"/>
                      <a:pt x="13698" y="827"/>
                    </a:cubicBezTo>
                    <a:cubicBezTo>
                      <a:pt x="13698" y="886"/>
                      <a:pt x="13669" y="922"/>
                      <a:pt x="13635" y="945"/>
                    </a:cubicBezTo>
                    <a:cubicBezTo>
                      <a:pt x="13594" y="973"/>
                      <a:pt x="13542" y="989"/>
                      <a:pt x="13456" y="989"/>
                    </a:cubicBezTo>
                    <a:cubicBezTo>
                      <a:pt x="13456" y="989"/>
                      <a:pt x="13456" y="989"/>
                      <a:pt x="11731" y="989"/>
                    </a:cubicBezTo>
                    <a:cubicBezTo>
                      <a:pt x="11731" y="989"/>
                      <a:pt x="11731" y="989"/>
                      <a:pt x="11731" y="7681"/>
                    </a:cubicBezTo>
                    <a:cubicBezTo>
                      <a:pt x="11731" y="7740"/>
                      <a:pt x="11708" y="7776"/>
                      <a:pt x="11667" y="7800"/>
                    </a:cubicBezTo>
                    <a:cubicBezTo>
                      <a:pt x="11633" y="7827"/>
                      <a:pt x="11581" y="7843"/>
                      <a:pt x="11494" y="7843"/>
                    </a:cubicBezTo>
                    <a:cubicBezTo>
                      <a:pt x="11494" y="7843"/>
                      <a:pt x="11494" y="7843"/>
                      <a:pt x="10029" y="7843"/>
                    </a:cubicBezTo>
                    <a:cubicBezTo>
                      <a:pt x="9943" y="7843"/>
                      <a:pt x="9891" y="7827"/>
                      <a:pt x="9850" y="7800"/>
                    </a:cubicBezTo>
                    <a:cubicBezTo>
                      <a:pt x="9810" y="7776"/>
                      <a:pt x="9787" y="7740"/>
                      <a:pt x="9787" y="7681"/>
                    </a:cubicBezTo>
                    <a:cubicBezTo>
                      <a:pt x="9787" y="7681"/>
                      <a:pt x="9787" y="7681"/>
                      <a:pt x="9787" y="989"/>
                    </a:cubicBezTo>
                    <a:cubicBezTo>
                      <a:pt x="9787" y="989"/>
                      <a:pt x="9787" y="989"/>
                      <a:pt x="8068" y="989"/>
                    </a:cubicBezTo>
                    <a:cubicBezTo>
                      <a:pt x="7981" y="989"/>
                      <a:pt x="7929" y="973"/>
                      <a:pt x="7889" y="945"/>
                    </a:cubicBezTo>
                    <a:cubicBezTo>
                      <a:pt x="7849" y="922"/>
                      <a:pt x="7825" y="886"/>
                      <a:pt x="7825" y="827"/>
                    </a:cubicBezTo>
                    <a:cubicBezTo>
                      <a:pt x="7825" y="827"/>
                      <a:pt x="7825" y="827"/>
                      <a:pt x="7825" y="162"/>
                    </a:cubicBezTo>
                    <a:cubicBezTo>
                      <a:pt x="7825" y="103"/>
                      <a:pt x="7849" y="67"/>
                      <a:pt x="7889" y="44"/>
                    </a:cubicBezTo>
                    <a:cubicBezTo>
                      <a:pt x="7929" y="16"/>
                      <a:pt x="7981" y="0"/>
                      <a:pt x="8068" y="0"/>
                    </a:cubicBezTo>
                    <a:close/>
                    <a:moveTo>
                      <a:pt x="1390" y="0"/>
                    </a:moveTo>
                    <a:cubicBezTo>
                      <a:pt x="1390" y="0"/>
                      <a:pt x="1390" y="0"/>
                      <a:pt x="4257" y="0"/>
                    </a:cubicBezTo>
                    <a:cubicBezTo>
                      <a:pt x="5370" y="0"/>
                      <a:pt x="6051" y="174"/>
                      <a:pt x="6466" y="538"/>
                    </a:cubicBezTo>
                    <a:cubicBezTo>
                      <a:pt x="7072" y="1036"/>
                      <a:pt x="7089" y="1843"/>
                      <a:pt x="7089" y="3077"/>
                    </a:cubicBezTo>
                    <a:cubicBezTo>
                      <a:pt x="7089" y="3077"/>
                      <a:pt x="7089" y="3077"/>
                      <a:pt x="7089" y="4766"/>
                    </a:cubicBezTo>
                    <a:cubicBezTo>
                      <a:pt x="7089" y="6000"/>
                      <a:pt x="7072" y="6807"/>
                      <a:pt x="6466" y="7305"/>
                    </a:cubicBezTo>
                    <a:cubicBezTo>
                      <a:pt x="6051" y="7669"/>
                      <a:pt x="5370" y="7843"/>
                      <a:pt x="4257" y="7843"/>
                    </a:cubicBezTo>
                    <a:cubicBezTo>
                      <a:pt x="4257" y="7843"/>
                      <a:pt x="4257" y="7843"/>
                      <a:pt x="1390" y="7843"/>
                    </a:cubicBezTo>
                    <a:cubicBezTo>
                      <a:pt x="1304" y="7843"/>
                      <a:pt x="1252" y="7827"/>
                      <a:pt x="1217" y="7800"/>
                    </a:cubicBezTo>
                    <a:cubicBezTo>
                      <a:pt x="1177" y="7776"/>
                      <a:pt x="1154" y="7740"/>
                      <a:pt x="1154" y="7681"/>
                    </a:cubicBezTo>
                    <a:cubicBezTo>
                      <a:pt x="1154" y="7681"/>
                      <a:pt x="1154" y="7681"/>
                      <a:pt x="1154" y="162"/>
                    </a:cubicBezTo>
                    <a:cubicBezTo>
                      <a:pt x="1154" y="103"/>
                      <a:pt x="1177" y="67"/>
                      <a:pt x="1217" y="44"/>
                    </a:cubicBezTo>
                    <a:cubicBezTo>
                      <a:pt x="1252" y="16"/>
                      <a:pt x="1304" y="0"/>
                      <a:pt x="1390" y="0"/>
                    </a:cubicBezTo>
                    <a:close/>
                    <a:moveTo>
                      <a:pt x="14706" y="0"/>
                    </a:moveTo>
                    <a:cubicBezTo>
                      <a:pt x="14706" y="0"/>
                      <a:pt x="14706" y="0"/>
                      <a:pt x="16045" y="0"/>
                    </a:cubicBezTo>
                    <a:cubicBezTo>
                      <a:pt x="16131" y="0"/>
                      <a:pt x="16183" y="16"/>
                      <a:pt x="16224" y="44"/>
                    </a:cubicBezTo>
                    <a:cubicBezTo>
                      <a:pt x="16264" y="67"/>
                      <a:pt x="16287" y="103"/>
                      <a:pt x="16287" y="162"/>
                    </a:cubicBezTo>
                    <a:cubicBezTo>
                      <a:pt x="16287" y="162"/>
                      <a:pt x="16287" y="162"/>
                      <a:pt x="16287" y="5712"/>
                    </a:cubicBezTo>
                    <a:cubicBezTo>
                      <a:pt x="16287" y="6314"/>
                      <a:pt x="16368" y="6646"/>
                      <a:pt x="16627" y="6844"/>
                    </a:cubicBezTo>
                    <a:cubicBezTo>
                      <a:pt x="16818" y="6990"/>
                      <a:pt x="17072" y="7053"/>
                      <a:pt x="17406" y="7053"/>
                    </a:cubicBezTo>
                    <a:cubicBezTo>
                      <a:pt x="17776" y="7053"/>
                      <a:pt x="18041" y="6982"/>
                      <a:pt x="18226" y="6844"/>
                    </a:cubicBezTo>
                    <a:cubicBezTo>
                      <a:pt x="18503" y="6638"/>
                      <a:pt x="18566" y="6294"/>
                      <a:pt x="18566" y="5712"/>
                    </a:cubicBezTo>
                    <a:cubicBezTo>
                      <a:pt x="18566" y="5712"/>
                      <a:pt x="18566" y="5712"/>
                      <a:pt x="18566" y="162"/>
                    </a:cubicBezTo>
                    <a:cubicBezTo>
                      <a:pt x="18566" y="103"/>
                      <a:pt x="18589" y="67"/>
                      <a:pt x="18630" y="44"/>
                    </a:cubicBezTo>
                    <a:cubicBezTo>
                      <a:pt x="18664" y="16"/>
                      <a:pt x="18722" y="0"/>
                      <a:pt x="18803" y="0"/>
                    </a:cubicBezTo>
                    <a:cubicBezTo>
                      <a:pt x="18803" y="0"/>
                      <a:pt x="18803" y="0"/>
                      <a:pt x="20147" y="0"/>
                    </a:cubicBezTo>
                    <a:cubicBezTo>
                      <a:pt x="20234" y="0"/>
                      <a:pt x="20286" y="16"/>
                      <a:pt x="20320" y="44"/>
                    </a:cubicBezTo>
                    <a:cubicBezTo>
                      <a:pt x="20361" y="67"/>
                      <a:pt x="20384" y="103"/>
                      <a:pt x="20384" y="162"/>
                    </a:cubicBezTo>
                    <a:cubicBezTo>
                      <a:pt x="20384" y="162"/>
                      <a:pt x="20384" y="162"/>
                      <a:pt x="20384" y="5716"/>
                    </a:cubicBezTo>
                    <a:cubicBezTo>
                      <a:pt x="20384" y="6464"/>
                      <a:pt x="20257" y="6962"/>
                      <a:pt x="19732" y="7382"/>
                    </a:cubicBezTo>
                    <a:cubicBezTo>
                      <a:pt x="19287" y="7738"/>
                      <a:pt x="18560" y="7943"/>
                      <a:pt x="17430" y="7943"/>
                    </a:cubicBezTo>
                    <a:cubicBezTo>
                      <a:pt x="16316" y="7943"/>
                      <a:pt x="15583" y="7750"/>
                      <a:pt x="15093" y="7382"/>
                    </a:cubicBezTo>
                    <a:cubicBezTo>
                      <a:pt x="14625" y="7030"/>
                      <a:pt x="14469" y="6523"/>
                      <a:pt x="14469" y="5716"/>
                    </a:cubicBezTo>
                    <a:cubicBezTo>
                      <a:pt x="14469" y="5716"/>
                      <a:pt x="14469" y="5716"/>
                      <a:pt x="14469" y="162"/>
                    </a:cubicBezTo>
                    <a:cubicBezTo>
                      <a:pt x="14469" y="103"/>
                      <a:pt x="14493" y="67"/>
                      <a:pt x="14527" y="44"/>
                    </a:cubicBezTo>
                    <a:cubicBezTo>
                      <a:pt x="14568" y="16"/>
                      <a:pt x="14620" y="0"/>
                      <a:pt x="14706" y="0"/>
                    </a:cubicBezTo>
                    <a:close/>
                  </a:path>
                </a:pathLst>
              </a:custGeom>
              <a:solidFill>
                <a:srgbClr val="990000"/>
              </a:solidFill>
              <a:ln w="126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DK"/>
              </a:p>
            </p:txBody>
          </p:sp>
          <p:pic>
            <p:nvPicPr>
              <p:cNvPr id="616" name="logoill.pdf" descr="logoill.pdf"/>
              <p:cNvPicPr/>
              <p:nvPr/>
            </p:nvPicPr>
            <p:blipFill>
              <a:blip r:embed="rId16"/>
              <a:stretch/>
            </p:blipFill>
            <p:spPr>
              <a:xfrm>
                <a:off x="10078200" y="1141200"/>
                <a:ext cx="168840" cy="161280"/>
              </a:xfrm>
              <a:prstGeom prst="rect">
                <a:avLst/>
              </a:prstGeom>
              <a:ln w="12600">
                <a:noFill/>
              </a:ln>
            </p:spPr>
          </p:pic>
          <p:pic>
            <p:nvPicPr>
              <p:cNvPr id="617" name="mcstas-logo.pdf" descr="mcstas-logo.pdf"/>
              <p:cNvPicPr/>
              <p:nvPr/>
            </p:nvPicPr>
            <p:blipFill>
              <a:blip r:embed="rId17"/>
              <a:stretch/>
            </p:blipFill>
            <p:spPr>
              <a:xfrm>
                <a:off x="9577080" y="667440"/>
                <a:ext cx="747360" cy="439200"/>
              </a:xfrm>
              <a:prstGeom prst="rect">
                <a:avLst/>
              </a:prstGeom>
              <a:ln w="12600">
                <a:noFill/>
              </a:ln>
            </p:spPr>
          </p:pic>
          <p:pic>
            <p:nvPicPr>
              <p:cNvPr id="618" name="PSI-Logo_trans.png" descr="PSI-Logo_trans.png"/>
              <p:cNvPicPr/>
              <p:nvPr/>
            </p:nvPicPr>
            <p:blipFill>
              <a:blip r:embed="rId18"/>
              <a:stretch/>
            </p:blipFill>
            <p:spPr>
              <a:xfrm>
                <a:off x="9855360" y="1184040"/>
                <a:ext cx="210240" cy="76680"/>
              </a:xfrm>
              <a:prstGeom prst="rect">
                <a:avLst/>
              </a:prstGeom>
              <a:ln w="12600">
                <a:noFill/>
              </a:ln>
            </p:spPr>
          </p:pic>
          <p:pic>
            <p:nvPicPr>
              <p:cNvPr id="619" name="ku-logo.pdf" descr="ku-logo.pdf"/>
              <p:cNvPicPr/>
              <p:nvPr/>
            </p:nvPicPr>
            <p:blipFill>
              <a:blip r:embed="rId19"/>
              <a:stretch/>
            </p:blipFill>
            <p:spPr>
              <a:xfrm>
                <a:off x="9712080" y="1132560"/>
                <a:ext cx="131760" cy="179280"/>
              </a:xfrm>
              <a:prstGeom prst="rect">
                <a:avLst/>
              </a:prstGeom>
              <a:ln w="12600">
                <a:noFill/>
              </a:ln>
            </p:spPr>
          </p:pic>
          <p:pic>
            <p:nvPicPr>
              <p:cNvPr id="620" name="ESS_Logo_Frugal_Blue_cmyk.png" descr="ESS_Logo_Frugal_Blue_cmyk.png"/>
              <p:cNvPicPr/>
              <p:nvPr/>
            </p:nvPicPr>
            <p:blipFill>
              <a:blip r:embed="rId20"/>
              <a:stretch/>
            </p:blipFill>
            <p:spPr>
              <a:xfrm>
                <a:off x="9798480" y="1293480"/>
                <a:ext cx="287280" cy="154440"/>
              </a:xfrm>
              <a:prstGeom prst="rect">
                <a:avLst/>
              </a:prstGeom>
              <a:ln w="12600">
                <a:noFill/>
              </a:ln>
            </p:spPr>
          </p:pic>
        </p:grpSp>
      </p:grpSp>
      <p:pic>
        <p:nvPicPr>
          <p:cNvPr id="621" name="Image" descr="Image"/>
          <p:cNvPicPr/>
          <p:nvPr/>
        </p:nvPicPr>
        <p:blipFill>
          <a:blip r:embed="rId21"/>
          <a:stretch/>
        </p:blipFill>
        <p:spPr>
          <a:xfrm>
            <a:off x="8859600" y="694800"/>
            <a:ext cx="636120" cy="630000"/>
          </a:xfrm>
          <a:prstGeom prst="rect">
            <a:avLst/>
          </a:prstGeom>
          <a:ln w="12600">
            <a:noFill/>
          </a:ln>
        </p:spPr>
      </p:pic>
      <p:sp>
        <p:nvSpPr>
          <p:cNvPr id="622" name="PlaceHolder 29"/>
          <p:cNvSpPr>
            <a:spLocks noGrp="1"/>
          </p:cNvSpPr>
          <p:nvPr>
            <p:ph type="title"/>
          </p:nvPr>
        </p:nvSpPr>
        <p:spPr>
          <a:xfrm>
            <a:off x="608760" y="273600"/>
            <a:ext cx="1096056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23" name="PlaceHolder 30"/>
          <p:cNvSpPr>
            <a:spLocks noGrp="1"/>
          </p:cNvSpPr>
          <p:nvPr>
            <p:ph type="body"/>
          </p:nvPr>
        </p:nvSpPr>
        <p:spPr>
          <a:xfrm>
            <a:off x="608760" y="1604520"/>
            <a:ext cx="10960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mccode-dev/Schools/blob/master/2025/ISIS_November_2025/3_Thursday_November_6th/2_Writing_a_component/README.md" TargetMode="External"/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CustomShape 1"/>
          <p:cNvSpPr/>
          <p:nvPr/>
        </p:nvSpPr>
        <p:spPr>
          <a:xfrm>
            <a:off x="2051246" y="319864"/>
            <a:ext cx="9311760" cy="548668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000" b="1" strike="noStrike" spc="-1" dirty="0">
                <a:solidFill>
                  <a:srgbClr val="000000"/>
                </a:solidFill>
                <a:latin typeface="Arial"/>
              </a:rPr>
              <a:t>Write your own </a:t>
            </a:r>
            <a:r>
              <a:rPr lang="en-US" sz="3000" b="1" strike="noStrike" spc="-1" dirty="0" err="1">
                <a:solidFill>
                  <a:srgbClr val="000000"/>
                </a:solidFill>
                <a:latin typeface="Arial"/>
              </a:rPr>
              <a:t>McStas</a:t>
            </a:r>
            <a:r>
              <a:rPr lang="en-US" sz="3000" b="1" strike="noStrike" spc="-1" dirty="0">
                <a:solidFill>
                  <a:srgbClr val="000000"/>
                </a:solidFill>
                <a:latin typeface="Arial"/>
              </a:rPr>
              <a:t> component </a:t>
            </a:r>
            <a:endParaRPr lang="en-US" sz="3000" b="0" strike="noStrike" spc="-1" dirty="0">
              <a:latin typeface="Arial"/>
            </a:endParaRPr>
          </a:p>
        </p:txBody>
      </p:sp>
      <p:sp>
        <p:nvSpPr>
          <p:cNvPr id="661" name="CustomShape 2"/>
          <p:cNvSpPr/>
          <p:nvPr/>
        </p:nvSpPr>
        <p:spPr>
          <a:xfrm>
            <a:off x="1774800" y="1100471"/>
            <a:ext cx="9311760" cy="338239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98000" indent="-197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/>
              <a:buChar char=""/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Aim:</a:t>
            </a:r>
            <a:endParaRPr lang="en-US" sz="1800" b="0" strike="noStrike" spc="-1" dirty="0">
              <a:latin typeface="Arial"/>
            </a:endParaRPr>
          </a:p>
          <a:p>
            <a:pPr marL="198000" indent="-197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/>
              <a:buChar char="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Write a component that models a semi-permeable mirror. i.e. a mirror with scalar reflectivity&lt;1, which also uses focused sampling.</a:t>
            </a:r>
            <a:endParaRPr lang="en-US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 dirty="0">
              <a:latin typeface="Arial"/>
            </a:endParaRPr>
          </a:p>
          <a:p>
            <a:pPr marL="198000" indent="-197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/>
              <a:buChar char=""/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Hints:</a:t>
            </a:r>
            <a:endParaRPr lang="en-US" sz="1800" b="0" strike="noStrike" spc="-1" dirty="0">
              <a:latin typeface="Arial"/>
            </a:endParaRPr>
          </a:p>
          <a:p>
            <a:pPr marL="198000" indent="-197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/>
              <a:buChar char="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Step by step instructions in README on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github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/ </a:t>
            </a:r>
            <a:r>
              <a:rPr lang="en-US" spc="-1" dirty="0">
                <a:solidFill>
                  <a:srgbClr val="000000"/>
                </a:solidFill>
                <a:latin typeface="Arial"/>
                <a:ea typeface="Arial"/>
              </a:rPr>
              <a:t>Thursday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– item 2</a:t>
            </a:r>
            <a:br>
              <a:rPr dirty="0"/>
            </a:br>
            <a:r>
              <a:rPr lang="en-US" sz="1400" spc="-1" dirty="0">
                <a:solidFill>
                  <a:srgbClr val="000000"/>
                </a:solidFill>
                <a:ea typeface="Arial"/>
                <a:hlinkClick r:id="rId2"/>
              </a:rPr>
              <a:t>https://github.com/mccode-dev/Schools/blob/master/2025/ISIS_November_2025/3_Thursday_November_6th/2_Writing_a_component/README.md</a:t>
            </a:r>
            <a:endParaRPr lang="en-US" sz="1400" spc="-1" dirty="0">
              <a:solidFill>
                <a:srgbClr val="000000"/>
              </a:solidFill>
              <a:ea typeface="Arial"/>
            </a:endParaRPr>
          </a:p>
          <a:p>
            <a:pPr marL="198000" indent="-197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/>
              <a:buChar char="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Start with the </a:t>
            </a:r>
            <a:r>
              <a:rPr lang="en-US" sz="1800" b="1" strike="noStrike" spc="-1" dirty="0">
                <a:solidFill>
                  <a:srgbClr val="000000"/>
                </a:solidFill>
                <a:latin typeface="Courier New"/>
                <a:ea typeface="Arial"/>
              </a:rPr>
              <a:t>Arm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– copied in place for convenience.</a:t>
            </a:r>
          </a:p>
          <a:p>
            <a:pPr marL="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(it has most of the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McStas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structure present already.)</a:t>
            </a:r>
            <a:endParaRPr lang="en-US" sz="1800" b="0" strike="noStrike" spc="-1" dirty="0">
              <a:latin typeface="Arial"/>
            </a:endParaRPr>
          </a:p>
          <a:p>
            <a:pPr marL="198000" indent="-197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/>
              <a:buChar char=""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Focused sampling is governed by: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662" name="CustomShape 3"/>
          <p:cNvSpPr/>
          <p:nvPr/>
        </p:nvSpPr>
        <p:spPr>
          <a:xfrm>
            <a:off x="11506320" y="6636240"/>
            <a:ext cx="126360" cy="12636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fld id="{3D2DF3D1-FB52-4BEA-BBA9-D4EE4A13F788}" type="slidenum">
              <a:rPr lang="en-US" sz="700" b="1" strike="noStrike" spc="-1">
                <a:solidFill>
                  <a:srgbClr val="FFFFFF"/>
                </a:solidFill>
                <a:latin typeface="Arial"/>
                <a:ea typeface="Arial"/>
              </a:rPr>
              <a:t>1</a:t>
            </a:fld>
            <a:endParaRPr lang="en-US" sz="700" b="0" strike="noStrike" spc="-1"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3" name="Formula 4"/>
              <p:cNvSpPr txBox="1"/>
              <p:nvPr/>
            </p:nvSpPr>
            <p:spPr>
              <a:xfrm>
                <a:off x="2516039" y="4967280"/>
                <a:ext cx="1343579" cy="76176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𝑚𝑐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63" name="Formula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6039" y="4967280"/>
                <a:ext cx="1343579" cy="761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4" name="Formula 5"/>
              <p:cNvSpPr txBox="1"/>
              <p:nvPr/>
            </p:nvSpPr>
            <p:spPr>
              <a:xfrm>
                <a:off x="5101560" y="4788000"/>
                <a:ext cx="312840" cy="27000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" name="Formula 6"/>
              <p:cNvSpPr txBox="1"/>
              <p:nvPr/>
            </p:nvSpPr>
            <p:spPr>
              <a:xfrm>
                <a:off x="5116320" y="5295240"/>
                <a:ext cx="283320" cy="33516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6" name="Formula 7"/>
              <p:cNvSpPr txBox="1"/>
              <p:nvPr/>
            </p:nvSpPr>
            <p:spPr>
              <a:xfrm>
                <a:off x="5036040" y="5814360"/>
                <a:ext cx="443520" cy="38124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𝑚𝑐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  <p:sp>
        <p:nvSpPr>
          <p:cNvPr id="667" name="CustomShape 8"/>
          <p:cNvSpPr/>
          <p:nvPr/>
        </p:nvSpPr>
        <p:spPr>
          <a:xfrm>
            <a:off x="5510880" y="4703400"/>
            <a:ext cx="271620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: weight multiplier</a:t>
            </a: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: physical probability</a:t>
            </a:r>
          </a:p>
          <a:p>
            <a:pPr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latin typeface="Arial"/>
              </a:rPr>
              <a:t>: Monte Carlo probability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8" name="Formula 9"/>
              <p:cNvSpPr txBox="1"/>
              <p:nvPr/>
            </p:nvSpPr>
            <p:spPr>
              <a:xfrm>
                <a:off x="5750280" y="3258360"/>
                <a:ext cx="719280" cy="359280"/>
              </a:xfrm>
              <a:prstGeom prst="rect">
                <a:avLst/>
              </a:prstGeom>
            </p:spPr>
            <p:txBody>
              <a:bodyPr/>
              <a:lstStyle/>
              <a:p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134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Arial</vt:lpstr>
      <vt:lpstr>Cambria Math</vt:lpstr>
      <vt:lpstr>Courier New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Erik Knudsen</dc:creator>
  <dc:description/>
  <cp:lastModifiedBy>Peter Willendrup</cp:lastModifiedBy>
  <cp:revision>8</cp:revision>
  <dcterms:created xsi:type="dcterms:W3CDTF">2021-04-14T22:36:40Z</dcterms:created>
  <dcterms:modified xsi:type="dcterms:W3CDTF">2025-11-06T06:23:55Z</dcterms:modified>
  <dc:language>en-GB</dc:language>
</cp:coreProperties>
</file>