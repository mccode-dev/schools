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793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900"/>
      </a:spcBef>
      <a:spcAft>
        <a:spcPts val="0"/>
      </a:spcAft>
      <a:buClrTx/>
      <a:buSzTx/>
      <a:buFontTx/>
      <a:buNone/>
      <a:tabLst/>
      <a:defRPr b="0" baseline="0" cap="none" i="0" spc="0" strike="noStrike" sz="16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1pPr>
    <a:lvl2pPr marL="0" marR="0" indent="457200" algn="l" defTabSz="914400" rtl="0" fontAlgn="auto" latinLnBrk="0" hangingPunct="0">
      <a:lnSpc>
        <a:spcPct val="100000"/>
      </a:lnSpc>
      <a:spcBef>
        <a:spcPts val="900"/>
      </a:spcBef>
      <a:spcAft>
        <a:spcPts val="0"/>
      </a:spcAft>
      <a:buClrTx/>
      <a:buSzTx/>
      <a:buFontTx/>
      <a:buNone/>
      <a:tabLst/>
      <a:defRPr b="0" baseline="0" cap="none" i="0" spc="0" strike="noStrike" sz="16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2pPr>
    <a:lvl3pPr marL="0" marR="0" indent="914400" algn="l" defTabSz="914400" rtl="0" fontAlgn="auto" latinLnBrk="0" hangingPunct="0">
      <a:lnSpc>
        <a:spcPct val="100000"/>
      </a:lnSpc>
      <a:spcBef>
        <a:spcPts val="900"/>
      </a:spcBef>
      <a:spcAft>
        <a:spcPts val="0"/>
      </a:spcAft>
      <a:buClrTx/>
      <a:buSzTx/>
      <a:buFontTx/>
      <a:buNone/>
      <a:tabLst/>
      <a:defRPr b="0" baseline="0" cap="none" i="0" spc="0" strike="noStrike" sz="16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3pPr>
    <a:lvl4pPr marL="0" marR="0" indent="1371600" algn="l" defTabSz="914400" rtl="0" fontAlgn="auto" latinLnBrk="0" hangingPunct="0">
      <a:lnSpc>
        <a:spcPct val="100000"/>
      </a:lnSpc>
      <a:spcBef>
        <a:spcPts val="900"/>
      </a:spcBef>
      <a:spcAft>
        <a:spcPts val="0"/>
      </a:spcAft>
      <a:buClrTx/>
      <a:buSzTx/>
      <a:buFontTx/>
      <a:buNone/>
      <a:tabLst/>
      <a:defRPr b="0" baseline="0" cap="none" i="0" spc="0" strike="noStrike" sz="16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4pPr>
    <a:lvl5pPr marL="0" marR="0" indent="1828800" algn="l" defTabSz="914400" rtl="0" fontAlgn="auto" latinLnBrk="0" hangingPunct="0">
      <a:lnSpc>
        <a:spcPct val="100000"/>
      </a:lnSpc>
      <a:spcBef>
        <a:spcPts val="900"/>
      </a:spcBef>
      <a:spcAft>
        <a:spcPts val="0"/>
      </a:spcAft>
      <a:buClrTx/>
      <a:buSzTx/>
      <a:buFontTx/>
      <a:buNone/>
      <a:tabLst/>
      <a:defRPr b="0" baseline="0" cap="none" i="0" spc="0" strike="noStrike" sz="16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5pPr>
    <a:lvl6pPr marL="0" marR="0" indent="2286000" algn="l" defTabSz="914400" rtl="0" fontAlgn="auto" latinLnBrk="0" hangingPunct="0">
      <a:lnSpc>
        <a:spcPct val="100000"/>
      </a:lnSpc>
      <a:spcBef>
        <a:spcPts val="900"/>
      </a:spcBef>
      <a:spcAft>
        <a:spcPts val="0"/>
      </a:spcAft>
      <a:buClrTx/>
      <a:buSzTx/>
      <a:buFontTx/>
      <a:buNone/>
      <a:tabLst/>
      <a:defRPr b="0" baseline="0" cap="none" i="0" spc="0" strike="noStrike" sz="16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6pPr>
    <a:lvl7pPr marL="0" marR="0" indent="2743200" algn="l" defTabSz="914400" rtl="0" fontAlgn="auto" latinLnBrk="0" hangingPunct="0">
      <a:lnSpc>
        <a:spcPct val="100000"/>
      </a:lnSpc>
      <a:spcBef>
        <a:spcPts val="900"/>
      </a:spcBef>
      <a:spcAft>
        <a:spcPts val="0"/>
      </a:spcAft>
      <a:buClrTx/>
      <a:buSzTx/>
      <a:buFontTx/>
      <a:buNone/>
      <a:tabLst/>
      <a:defRPr b="0" baseline="0" cap="none" i="0" spc="0" strike="noStrike" sz="16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7pPr>
    <a:lvl8pPr marL="0" marR="0" indent="3200400" algn="l" defTabSz="914400" rtl="0" fontAlgn="auto" latinLnBrk="0" hangingPunct="0">
      <a:lnSpc>
        <a:spcPct val="100000"/>
      </a:lnSpc>
      <a:spcBef>
        <a:spcPts val="900"/>
      </a:spcBef>
      <a:spcAft>
        <a:spcPts val="0"/>
      </a:spcAft>
      <a:buClrTx/>
      <a:buSzTx/>
      <a:buFontTx/>
      <a:buNone/>
      <a:tabLst/>
      <a:defRPr b="0" baseline="0" cap="none" i="0" spc="0" strike="noStrike" sz="16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8pPr>
    <a:lvl9pPr marL="0" marR="0" indent="3657600" algn="l" defTabSz="914400" rtl="0" fontAlgn="auto" latinLnBrk="0" hangingPunct="0">
      <a:lnSpc>
        <a:spcPct val="100000"/>
      </a:lnSpc>
      <a:spcBef>
        <a:spcPts val="900"/>
      </a:spcBef>
      <a:spcAft>
        <a:spcPts val="0"/>
      </a:spcAft>
      <a:buClrTx/>
      <a:buSzTx/>
      <a:buFontTx/>
      <a:buNone/>
      <a:tabLst/>
      <a:defRPr b="0" baseline="0" cap="none" i="0" spc="0" strike="noStrike" sz="16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DCACA"/>
          </a:solidFill>
        </a:fill>
      </a:tcStyle>
    </a:wholeTbl>
    <a:band2H>
      <a:tcTxStyle b="def" i="def"/>
      <a:tcStyle>
        <a:tcBdr/>
        <a:fill>
          <a:solidFill>
            <a:srgbClr val="EF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BEED8"/>
          </a:solidFill>
        </a:fill>
      </a:tcStyle>
    </a:wholeTbl>
    <a:band2H>
      <a:tcTxStyle b="def" i="def"/>
      <a:tcStyle>
        <a:tcBdr/>
        <a:fill>
          <a:solidFill>
            <a:srgbClr val="E7F6EC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ED5CC"/>
          </a:solidFill>
        </a:fill>
      </a:tcStyle>
    </a:wholeTbl>
    <a:band2H>
      <a:tcTxStyle b="def" i="def"/>
      <a:tcStyle>
        <a:tcBdr/>
        <a:fill>
          <a:solidFill>
            <a:srgbClr val="FEEBE7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Shape 29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98" name="Shape 29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spcBef>
        <a:spcPts val="400"/>
      </a:spcBef>
      <a:defRPr sz="1200">
        <a:latin typeface="+mn-lt"/>
        <a:ea typeface="+mn-ea"/>
        <a:cs typeface="+mn-cs"/>
        <a:sym typeface="Arial"/>
      </a:defRPr>
    </a:lvl1pPr>
    <a:lvl2pPr indent="228600" latinLnBrk="0">
      <a:spcBef>
        <a:spcPts val="400"/>
      </a:spcBef>
      <a:defRPr sz="1200">
        <a:latin typeface="+mn-lt"/>
        <a:ea typeface="+mn-ea"/>
        <a:cs typeface="+mn-cs"/>
        <a:sym typeface="Arial"/>
      </a:defRPr>
    </a:lvl2pPr>
    <a:lvl3pPr indent="457200" latinLnBrk="0">
      <a:spcBef>
        <a:spcPts val="400"/>
      </a:spcBef>
      <a:defRPr sz="1200">
        <a:latin typeface="+mn-lt"/>
        <a:ea typeface="+mn-ea"/>
        <a:cs typeface="+mn-cs"/>
        <a:sym typeface="Arial"/>
      </a:defRPr>
    </a:lvl3pPr>
    <a:lvl4pPr indent="685800" latinLnBrk="0">
      <a:spcBef>
        <a:spcPts val="400"/>
      </a:spcBef>
      <a:defRPr sz="1200">
        <a:latin typeface="+mn-lt"/>
        <a:ea typeface="+mn-ea"/>
        <a:cs typeface="+mn-cs"/>
        <a:sym typeface="Arial"/>
      </a:defRPr>
    </a:lvl4pPr>
    <a:lvl5pPr indent="914400" latinLnBrk="0">
      <a:spcBef>
        <a:spcPts val="400"/>
      </a:spcBef>
      <a:defRPr sz="1200">
        <a:latin typeface="+mn-lt"/>
        <a:ea typeface="+mn-ea"/>
        <a:cs typeface="+mn-cs"/>
        <a:sym typeface="Arial"/>
      </a:defRPr>
    </a:lvl5pPr>
    <a:lvl6pPr indent="1143000" latinLnBrk="0">
      <a:spcBef>
        <a:spcPts val="400"/>
      </a:spcBef>
      <a:defRPr sz="1200">
        <a:latin typeface="+mn-lt"/>
        <a:ea typeface="+mn-ea"/>
        <a:cs typeface="+mn-cs"/>
        <a:sym typeface="Arial"/>
      </a:defRPr>
    </a:lvl6pPr>
    <a:lvl7pPr indent="1371600" latinLnBrk="0">
      <a:spcBef>
        <a:spcPts val="400"/>
      </a:spcBef>
      <a:defRPr sz="1200">
        <a:latin typeface="+mn-lt"/>
        <a:ea typeface="+mn-ea"/>
        <a:cs typeface="+mn-cs"/>
        <a:sym typeface="Arial"/>
      </a:defRPr>
    </a:lvl7pPr>
    <a:lvl8pPr indent="1600200" latinLnBrk="0">
      <a:spcBef>
        <a:spcPts val="400"/>
      </a:spcBef>
      <a:defRPr sz="1200">
        <a:latin typeface="+mn-lt"/>
        <a:ea typeface="+mn-ea"/>
        <a:cs typeface="+mn-cs"/>
        <a:sym typeface="Arial"/>
      </a:defRPr>
    </a:lvl8pPr>
    <a:lvl9pPr indent="1828800" latinLnBrk="0">
      <a:spcBef>
        <a:spcPts val="400"/>
      </a:spcBef>
      <a:defRPr sz="1200">
        <a:latin typeface="+mn-lt"/>
        <a:ea typeface="+mn-ea"/>
        <a:cs typeface="+mn-cs"/>
        <a:sym typeface="Arial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.tif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2.tif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.tif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2.tif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.tif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2.tif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.tif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2.tif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.tif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2.tif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tif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1.tif"/><Relationship Id="rId9" Type="http://schemas.openxmlformats.org/officeDocument/2006/relationships/image" Target="../media/image2.tif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4.tif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image" Target="../media/image10.png"/><Relationship Id="rId10" Type="http://schemas.openxmlformats.org/officeDocument/2006/relationships/image" Target="../media/image11.png"/><Relationship Id="rId11" Type="http://schemas.openxmlformats.org/officeDocument/2006/relationships/image" Target="../media/image4.tif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Front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Logo color"/>
          <p:cNvSpPr/>
          <p:nvPr/>
        </p:nvSpPr>
        <p:spPr>
          <a:xfrm>
            <a:off x="252000" y="252000"/>
            <a:ext cx="419612" cy="612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4597" y="18293"/>
                </a:moveTo>
                <a:cubicBezTo>
                  <a:pt x="10549" y="19881"/>
                  <a:pt x="11051" y="19881"/>
                  <a:pt x="17003" y="18293"/>
                </a:cubicBezTo>
                <a:cubicBezTo>
                  <a:pt x="17003" y="18293"/>
                  <a:pt x="17003" y="18293"/>
                  <a:pt x="21600" y="19949"/>
                </a:cubicBezTo>
                <a:cubicBezTo>
                  <a:pt x="21600" y="19949"/>
                  <a:pt x="21600" y="19949"/>
                  <a:pt x="17003" y="21600"/>
                </a:cubicBezTo>
                <a:cubicBezTo>
                  <a:pt x="11051" y="20016"/>
                  <a:pt x="10549" y="20016"/>
                  <a:pt x="4597" y="21600"/>
                </a:cubicBezTo>
                <a:cubicBezTo>
                  <a:pt x="4597" y="21600"/>
                  <a:pt x="4597" y="21600"/>
                  <a:pt x="0" y="19949"/>
                </a:cubicBezTo>
                <a:cubicBezTo>
                  <a:pt x="0" y="19949"/>
                  <a:pt x="0" y="19949"/>
                  <a:pt x="4597" y="18293"/>
                </a:cubicBezTo>
                <a:close/>
                <a:moveTo>
                  <a:pt x="4597" y="14200"/>
                </a:moveTo>
                <a:cubicBezTo>
                  <a:pt x="10549" y="15790"/>
                  <a:pt x="11051" y="15790"/>
                  <a:pt x="17003" y="14200"/>
                </a:cubicBezTo>
                <a:cubicBezTo>
                  <a:pt x="17003" y="14200"/>
                  <a:pt x="17003" y="14200"/>
                  <a:pt x="21600" y="15858"/>
                </a:cubicBezTo>
                <a:cubicBezTo>
                  <a:pt x="21600" y="15858"/>
                  <a:pt x="21600" y="15858"/>
                  <a:pt x="17003" y="17512"/>
                </a:cubicBezTo>
                <a:cubicBezTo>
                  <a:pt x="11051" y="15925"/>
                  <a:pt x="10549" y="15925"/>
                  <a:pt x="4597" y="17512"/>
                </a:cubicBezTo>
                <a:cubicBezTo>
                  <a:pt x="4597" y="17512"/>
                  <a:pt x="4597" y="17512"/>
                  <a:pt x="0" y="15858"/>
                </a:cubicBezTo>
                <a:cubicBezTo>
                  <a:pt x="0" y="15858"/>
                  <a:pt x="0" y="15858"/>
                  <a:pt x="4597" y="14200"/>
                </a:cubicBezTo>
                <a:close/>
                <a:moveTo>
                  <a:pt x="4597" y="10111"/>
                </a:moveTo>
                <a:cubicBezTo>
                  <a:pt x="10549" y="11702"/>
                  <a:pt x="11051" y="11702"/>
                  <a:pt x="17003" y="10111"/>
                </a:cubicBezTo>
                <a:cubicBezTo>
                  <a:pt x="17003" y="10111"/>
                  <a:pt x="17003" y="10111"/>
                  <a:pt x="21600" y="11769"/>
                </a:cubicBezTo>
                <a:cubicBezTo>
                  <a:pt x="21600" y="11769"/>
                  <a:pt x="21600" y="11769"/>
                  <a:pt x="17003" y="13423"/>
                </a:cubicBezTo>
                <a:cubicBezTo>
                  <a:pt x="11051" y="11837"/>
                  <a:pt x="10549" y="11837"/>
                  <a:pt x="4597" y="13423"/>
                </a:cubicBezTo>
                <a:cubicBezTo>
                  <a:pt x="4597" y="13423"/>
                  <a:pt x="4597" y="13423"/>
                  <a:pt x="0" y="11769"/>
                </a:cubicBezTo>
                <a:cubicBezTo>
                  <a:pt x="0" y="11769"/>
                  <a:pt x="0" y="11769"/>
                  <a:pt x="4597" y="10111"/>
                </a:cubicBezTo>
                <a:close/>
                <a:moveTo>
                  <a:pt x="2971" y="918"/>
                </a:moveTo>
                <a:lnTo>
                  <a:pt x="2971" y="6926"/>
                </a:lnTo>
                <a:cubicBezTo>
                  <a:pt x="2971" y="6926"/>
                  <a:pt x="2971" y="6926"/>
                  <a:pt x="3980" y="6926"/>
                </a:cubicBezTo>
                <a:cubicBezTo>
                  <a:pt x="4430" y="6926"/>
                  <a:pt x="4695" y="6878"/>
                  <a:pt x="4903" y="6708"/>
                </a:cubicBezTo>
                <a:cubicBezTo>
                  <a:pt x="5220" y="6447"/>
                  <a:pt x="5249" y="5917"/>
                  <a:pt x="5249" y="4849"/>
                </a:cubicBezTo>
                <a:cubicBezTo>
                  <a:pt x="5249" y="4849"/>
                  <a:pt x="5249" y="4849"/>
                  <a:pt x="5249" y="2990"/>
                </a:cubicBezTo>
                <a:cubicBezTo>
                  <a:pt x="5249" y="1926"/>
                  <a:pt x="5220" y="1396"/>
                  <a:pt x="4903" y="1135"/>
                </a:cubicBezTo>
                <a:cubicBezTo>
                  <a:pt x="4695" y="965"/>
                  <a:pt x="4430" y="918"/>
                  <a:pt x="3980" y="918"/>
                </a:cubicBezTo>
                <a:cubicBezTo>
                  <a:pt x="3980" y="918"/>
                  <a:pt x="3980" y="918"/>
                  <a:pt x="2971" y="918"/>
                </a:cubicBezTo>
                <a:close/>
                <a:moveTo>
                  <a:pt x="8068" y="0"/>
                </a:moveTo>
                <a:cubicBezTo>
                  <a:pt x="8068" y="0"/>
                  <a:pt x="8068" y="0"/>
                  <a:pt x="13456" y="0"/>
                </a:cubicBezTo>
                <a:cubicBezTo>
                  <a:pt x="13542" y="0"/>
                  <a:pt x="13594" y="16"/>
                  <a:pt x="13635" y="44"/>
                </a:cubicBezTo>
                <a:cubicBezTo>
                  <a:pt x="13669" y="67"/>
                  <a:pt x="13698" y="103"/>
                  <a:pt x="13698" y="162"/>
                </a:cubicBezTo>
                <a:cubicBezTo>
                  <a:pt x="13698" y="162"/>
                  <a:pt x="13698" y="162"/>
                  <a:pt x="13698" y="827"/>
                </a:cubicBezTo>
                <a:cubicBezTo>
                  <a:pt x="13698" y="886"/>
                  <a:pt x="13669" y="922"/>
                  <a:pt x="13635" y="945"/>
                </a:cubicBezTo>
                <a:cubicBezTo>
                  <a:pt x="13594" y="973"/>
                  <a:pt x="13542" y="989"/>
                  <a:pt x="13456" y="989"/>
                </a:cubicBezTo>
                <a:cubicBezTo>
                  <a:pt x="13456" y="989"/>
                  <a:pt x="13456" y="989"/>
                  <a:pt x="11731" y="989"/>
                </a:cubicBezTo>
                <a:cubicBezTo>
                  <a:pt x="11731" y="989"/>
                  <a:pt x="11731" y="989"/>
                  <a:pt x="11731" y="7681"/>
                </a:cubicBezTo>
                <a:cubicBezTo>
                  <a:pt x="11731" y="7740"/>
                  <a:pt x="11708" y="7776"/>
                  <a:pt x="11667" y="7800"/>
                </a:cubicBezTo>
                <a:cubicBezTo>
                  <a:pt x="11633" y="7827"/>
                  <a:pt x="11581" y="7843"/>
                  <a:pt x="11494" y="7843"/>
                </a:cubicBezTo>
                <a:cubicBezTo>
                  <a:pt x="11494" y="7843"/>
                  <a:pt x="11494" y="7843"/>
                  <a:pt x="10029" y="7843"/>
                </a:cubicBezTo>
                <a:cubicBezTo>
                  <a:pt x="9943" y="7843"/>
                  <a:pt x="9891" y="7827"/>
                  <a:pt x="9850" y="7800"/>
                </a:cubicBezTo>
                <a:cubicBezTo>
                  <a:pt x="9810" y="7776"/>
                  <a:pt x="9787" y="7740"/>
                  <a:pt x="9787" y="7681"/>
                </a:cubicBezTo>
                <a:cubicBezTo>
                  <a:pt x="9787" y="7681"/>
                  <a:pt x="9787" y="7681"/>
                  <a:pt x="9787" y="989"/>
                </a:cubicBezTo>
                <a:cubicBezTo>
                  <a:pt x="9787" y="989"/>
                  <a:pt x="9787" y="989"/>
                  <a:pt x="8068" y="989"/>
                </a:cubicBezTo>
                <a:cubicBezTo>
                  <a:pt x="7981" y="989"/>
                  <a:pt x="7929" y="973"/>
                  <a:pt x="7889" y="945"/>
                </a:cubicBezTo>
                <a:cubicBezTo>
                  <a:pt x="7849" y="922"/>
                  <a:pt x="7825" y="886"/>
                  <a:pt x="7825" y="827"/>
                </a:cubicBezTo>
                <a:cubicBezTo>
                  <a:pt x="7825" y="827"/>
                  <a:pt x="7825" y="827"/>
                  <a:pt x="7825" y="162"/>
                </a:cubicBezTo>
                <a:cubicBezTo>
                  <a:pt x="7825" y="103"/>
                  <a:pt x="7849" y="67"/>
                  <a:pt x="7889" y="44"/>
                </a:cubicBezTo>
                <a:cubicBezTo>
                  <a:pt x="7929" y="16"/>
                  <a:pt x="7981" y="0"/>
                  <a:pt x="8068" y="0"/>
                </a:cubicBezTo>
                <a:close/>
                <a:moveTo>
                  <a:pt x="1390" y="0"/>
                </a:moveTo>
                <a:cubicBezTo>
                  <a:pt x="1390" y="0"/>
                  <a:pt x="1390" y="0"/>
                  <a:pt x="4257" y="0"/>
                </a:cubicBezTo>
                <a:cubicBezTo>
                  <a:pt x="5370" y="0"/>
                  <a:pt x="6051" y="174"/>
                  <a:pt x="6466" y="538"/>
                </a:cubicBezTo>
                <a:cubicBezTo>
                  <a:pt x="7072" y="1036"/>
                  <a:pt x="7089" y="1843"/>
                  <a:pt x="7089" y="3077"/>
                </a:cubicBezTo>
                <a:cubicBezTo>
                  <a:pt x="7089" y="3077"/>
                  <a:pt x="7089" y="3077"/>
                  <a:pt x="7089" y="4766"/>
                </a:cubicBezTo>
                <a:cubicBezTo>
                  <a:pt x="7089" y="6000"/>
                  <a:pt x="7072" y="6807"/>
                  <a:pt x="6466" y="7305"/>
                </a:cubicBezTo>
                <a:cubicBezTo>
                  <a:pt x="6051" y="7669"/>
                  <a:pt x="5370" y="7843"/>
                  <a:pt x="4257" y="7843"/>
                </a:cubicBezTo>
                <a:cubicBezTo>
                  <a:pt x="4257" y="7843"/>
                  <a:pt x="4257" y="7843"/>
                  <a:pt x="1390" y="7843"/>
                </a:cubicBezTo>
                <a:cubicBezTo>
                  <a:pt x="1304" y="7843"/>
                  <a:pt x="1252" y="7827"/>
                  <a:pt x="1217" y="7800"/>
                </a:cubicBezTo>
                <a:cubicBezTo>
                  <a:pt x="1177" y="7776"/>
                  <a:pt x="1154" y="7740"/>
                  <a:pt x="1154" y="7681"/>
                </a:cubicBezTo>
                <a:cubicBezTo>
                  <a:pt x="1154" y="7681"/>
                  <a:pt x="1154" y="7681"/>
                  <a:pt x="1154" y="162"/>
                </a:cubicBezTo>
                <a:cubicBezTo>
                  <a:pt x="1154" y="103"/>
                  <a:pt x="1177" y="67"/>
                  <a:pt x="1217" y="44"/>
                </a:cubicBezTo>
                <a:cubicBezTo>
                  <a:pt x="1252" y="16"/>
                  <a:pt x="1304" y="0"/>
                  <a:pt x="1390" y="0"/>
                </a:cubicBezTo>
                <a:close/>
                <a:moveTo>
                  <a:pt x="14706" y="0"/>
                </a:moveTo>
                <a:cubicBezTo>
                  <a:pt x="14706" y="0"/>
                  <a:pt x="14706" y="0"/>
                  <a:pt x="16045" y="0"/>
                </a:cubicBezTo>
                <a:cubicBezTo>
                  <a:pt x="16131" y="0"/>
                  <a:pt x="16183" y="16"/>
                  <a:pt x="16224" y="44"/>
                </a:cubicBezTo>
                <a:cubicBezTo>
                  <a:pt x="16264" y="67"/>
                  <a:pt x="16287" y="103"/>
                  <a:pt x="16287" y="162"/>
                </a:cubicBezTo>
                <a:cubicBezTo>
                  <a:pt x="16287" y="162"/>
                  <a:pt x="16287" y="162"/>
                  <a:pt x="16287" y="5712"/>
                </a:cubicBezTo>
                <a:cubicBezTo>
                  <a:pt x="16287" y="6314"/>
                  <a:pt x="16368" y="6646"/>
                  <a:pt x="16627" y="6844"/>
                </a:cubicBezTo>
                <a:cubicBezTo>
                  <a:pt x="16818" y="6990"/>
                  <a:pt x="17072" y="7053"/>
                  <a:pt x="17406" y="7053"/>
                </a:cubicBezTo>
                <a:cubicBezTo>
                  <a:pt x="17776" y="7053"/>
                  <a:pt x="18041" y="6982"/>
                  <a:pt x="18226" y="6844"/>
                </a:cubicBezTo>
                <a:cubicBezTo>
                  <a:pt x="18503" y="6638"/>
                  <a:pt x="18566" y="6294"/>
                  <a:pt x="18566" y="5712"/>
                </a:cubicBezTo>
                <a:cubicBezTo>
                  <a:pt x="18566" y="5712"/>
                  <a:pt x="18566" y="5712"/>
                  <a:pt x="18566" y="162"/>
                </a:cubicBezTo>
                <a:cubicBezTo>
                  <a:pt x="18566" y="103"/>
                  <a:pt x="18589" y="67"/>
                  <a:pt x="18630" y="44"/>
                </a:cubicBezTo>
                <a:cubicBezTo>
                  <a:pt x="18664" y="16"/>
                  <a:pt x="18722" y="0"/>
                  <a:pt x="18803" y="0"/>
                </a:cubicBezTo>
                <a:cubicBezTo>
                  <a:pt x="18803" y="0"/>
                  <a:pt x="18803" y="0"/>
                  <a:pt x="20147" y="0"/>
                </a:cubicBezTo>
                <a:cubicBezTo>
                  <a:pt x="20234" y="0"/>
                  <a:pt x="20286" y="16"/>
                  <a:pt x="20320" y="44"/>
                </a:cubicBezTo>
                <a:cubicBezTo>
                  <a:pt x="20361" y="67"/>
                  <a:pt x="20384" y="103"/>
                  <a:pt x="20384" y="162"/>
                </a:cubicBezTo>
                <a:cubicBezTo>
                  <a:pt x="20384" y="162"/>
                  <a:pt x="20384" y="162"/>
                  <a:pt x="20384" y="5716"/>
                </a:cubicBezTo>
                <a:cubicBezTo>
                  <a:pt x="20384" y="6464"/>
                  <a:pt x="20257" y="6962"/>
                  <a:pt x="19732" y="7382"/>
                </a:cubicBezTo>
                <a:cubicBezTo>
                  <a:pt x="19287" y="7738"/>
                  <a:pt x="18560" y="7943"/>
                  <a:pt x="17430" y="7943"/>
                </a:cubicBezTo>
                <a:cubicBezTo>
                  <a:pt x="16316" y="7943"/>
                  <a:pt x="15583" y="7750"/>
                  <a:pt x="15093" y="7382"/>
                </a:cubicBezTo>
                <a:cubicBezTo>
                  <a:pt x="14625" y="7030"/>
                  <a:pt x="14469" y="6523"/>
                  <a:pt x="14469" y="5716"/>
                </a:cubicBezTo>
                <a:cubicBezTo>
                  <a:pt x="14469" y="5716"/>
                  <a:pt x="14469" y="5716"/>
                  <a:pt x="14469" y="162"/>
                </a:cubicBezTo>
                <a:cubicBezTo>
                  <a:pt x="14469" y="103"/>
                  <a:pt x="14493" y="67"/>
                  <a:pt x="14527" y="44"/>
                </a:cubicBezTo>
                <a:cubicBezTo>
                  <a:pt x="14568" y="16"/>
                  <a:pt x="14620" y="0"/>
                  <a:pt x="14706" y="0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6799" tIns="46799" rIns="46799" bIns="46799"/>
          <a:lstStyle/>
          <a:p>
            <a:pPr>
              <a:defRPr>
                <a:latin typeface="Verdana"/>
                <a:ea typeface="Verdana"/>
                <a:cs typeface="Verdana"/>
                <a:sym typeface="Verdana"/>
              </a:defRPr>
            </a:pPr>
          </a:p>
        </p:txBody>
      </p:sp>
      <p:sp>
        <p:nvSpPr>
          <p:cNvPr id="30" name="Bottom bar"/>
          <p:cNvSpPr/>
          <p:nvPr/>
        </p:nvSpPr>
        <p:spPr>
          <a:xfrm>
            <a:off x="0" y="6541199"/>
            <a:ext cx="12193200" cy="31680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6799" tIns="46799" rIns="46799" bIns="46799" anchor="ctr"/>
          <a:lstStyle/>
          <a:p>
            <a:pPr algn="ctr">
              <a:spcBef>
                <a:spcPts val="400"/>
              </a:spcBef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" name="Top bar"/>
          <p:cNvSpPr/>
          <p:nvPr/>
        </p:nvSpPr>
        <p:spPr>
          <a:xfrm>
            <a:off x="0" y="-1"/>
            <a:ext cx="12193200" cy="50402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6799" tIns="46799" rIns="46799" bIns="46799" anchor="ctr"/>
          <a:lstStyle/>
          <a:p>
            <a:pPr algn="ctr">
              <a:spcBef>
                <a:spcPts val="400"/>
              </a:spcBef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" name="Title Text"/>
          <p:cNvSpPr txBox="1"/>
          <p:nvPr>
            <p:ph type="title"/>
          </p:nvPr>
        </p:nvSpPr>
        <p:spPr>
          <a:xfrm>
            <a:off x="249858" y="3545116"/>
            <a:ext cx="10840030" cy="2706459"/>
          </a:xfrm>
          <a:prstGeom prst="rect">
            <a:avLst/>
          </a:prstGeom>
        </p:spPr>
        <p:txBody>
          <a:bodyPr anchor="t">
            <a:normAutofit fontScale="100000" lnSpcReduction="0"/>
          </a:bodyPr>
          <a:lstStyle>
            <a:lvl1pPr>
              <a:lnSpc>
                <a:spcPct val="93000"/>
              </a:lnSpc>
              <a:defRPr sz="8000"/>
            </a:lvl1pPr>
          </a:lstStyle>
          <a:p>
            <a:pPr/>
            <a:r>
              <a:t>Title Text</a:t>
            </a:r>
          </a:p>
        </p:txBody>
      </p:sp>
      <p:sp>
        <p:nvSpPr>
          <p:cNvPr id="33" name="Body Level One…"/>
          <p:cNvSpPr txBox="1"/>
          <p:nvPr>
            <p:ph type="body" sz="half" idx="1"/>
          </p:nvPr>
        </p:nvSpPr>
        <p:spPr>
          <a:xfrm>
            <a:off x="247072" y="1704975"/>
            <a:ext cx="10840029" cy="1660655"/>
          </a:xfrm>
          <a:prstGeom prst="rect">
            <a:avLst/>
          </a:prstGeom>
        </p:spPr>
        <p:txBody>
          <a:bodyPr anchor="b">
            <a:normAutofit fontScale="100000" lnSpcReduction="0"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SzTx/>
              <a:buNone/>
              <a:defRPr sz="3000"/>
            </a:lvl1pPr>
            <a:lvl2pPr marL="546000" indent="-329999">
              <a:lnSpc>
                <a:spcPct val="110000"/>
              </a:lnSpc>
              <a:spcBef>
                <a:spcPts val="0"/>
              </a:spcBef>
              <a:defRPr sz="3000"/>
            </a:lvl2pPr>
            <a:lvl3pPr marL="747600" indent="-330000">
              <a:lnSpc>
                <a:spcPct val="110000"/>
              </a:lnSpc>
              <a:spcBef>
                <a:spcPts val="0"/>
              </a:spcBef>
              <a:defRPr sz="3000"/>
            </a:lvl3pPr>
            <a:lvl4pPr marL="960000" indent="-330000">
              <a:lnSpc>
                <a:spcPct val="110000"/>
              </a:lnSpc>
              <a:spcBef>
                <a:spcPts val="0"/>
              </a:spcBef>
              <a:defRPr sz="3000"/>
            </a:lvl4pPr>
            <a:lvl5pPr marL="1157999" indent="-330000">
              <a:lnSpc>
                <a:spcPct val="110000"/>
              </a:lnSpc>
              <a:spcBef>
                <a:spcPts val="0"/>
              </a:spcBef>
              <a:defRPr sz="30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35" name="ESS.png" descr="ESS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30250" y="252000"/>
            <a:ext cx="1138321" cy="612001"/>
          </a:xfrm>
          <a:prstGeom prst="rect">
            <a:avLst/>
          </a:prstGeom>
          <a:ln w="12700">
            <a:miter lim="400000"/>
          </a:ln>
        </p:spPr>
      </p:pic>
      <p:sp>
        <p:nvSpPr>
          <p:cNvPr id="36" name="UserProfile.Offices.Workarea_{{DocumentLanguage}}text"/>
          <p:cNvSpPr txBox="1"/>
          <p:nvPr/>
        </p:nvSpPr>
        <p:spPr>
          <a:xfrm>
            <a:off x="1774725" y="6636099"/>
            <a:ext cx="339707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spcBef>
                <a:spcPts val="0"/>
              </a:spcBef>
              <a:defRPr b="1" sz="700">
                <a:solidFill>
                  <a:srgbClr val="FFFFFF"/>
                </a:solidFill>
              </a:defRPr>
            </a:lvl1pPr>
          </a:lstStyle>
          <a:p>
            <a:pPr/>
            <a:r>
              <a:t>2025 ISIS McStas school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Logo color"/>
          <p:cNvSpPr/>
          <p:nvPr/>
        </p:nvSpPr>
        <p:spPr>
          <a:xfrm>
            <a:off x="252000" y="252000"/>
            <a:ext cx="419612" cy="612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4597" y="18293"/>
                </a:moveTo>
                <a:cubicBezTo>
                  <a:pt x="10549" y="19881"/>
                  <a:pt x="11051" y="19881"/>
                  <a:pt x="17003" y="18293"/>
                </a:cubicBezTo>
                <a:cubicBezTo>
                  <a:pt x="17003" y="18293"/>
                  <a:pt x="17003" y="18293"/>
                  <a:pt x="21600" y="19949"/>
                </a:cubicBezTo>
                <a:cubicBezTo>
                  <a:pt x="21600" y="19949"/>
                  <a:pt x="21600" y="19949"/>
                  <a:pt x="17003" y="21600"/>
                </a:cubicBezTo>
                <a:cubicBezTo>
                  <a:pt x="11051" y="20016"/>
                  <a:pt x="10549" y="20016"/>
                  <a:pt x="4597" y="21600"/>
                </a:cubicBezTo>
                <a:cubicBezTo>
                  <a:pt x="4597" y="21600"/>
                  <a:pt x="4597" y="21600"/>
                  <a:pt x="0" y="19949"/>
                </a:cubicBezTo>
                <a:cubicBezTo>
                  <a:pt x="0" y="19949"/>
                  <a:pt x="0" y="19949"/>
                  <a:pt x="4597" y="18293"/>
                </a:cubicBezTo>
                <a:close/>
                <a:moveTo>
                  <a:pt x="4597" y="14200"/>
                </a:moveTo>
                <a:cubicBezTo>
                  <a:pt x="10549" y="15790"/>
                  <a:pt x="11051" y="15790"/>
                  <a:pt x="17003" y="14200"/>
                </a:cubicBezTo>
                <a:cubicBezTo>
                  <a:pt x="17003" y="14200"/>
                  <a:pt x="17003" y="14200"/>
                  <a:pt x="21600" y="15858"/>
                </a:cubicBezTo>
                <a:cubicBezTo>
                  <a:pt x="21600" y="15858"/>
                  <a:pt x="21600" y="15858"/>
                  <a:pt x="17003" y="17512"/>
                </a:cubicBezTo>
                <a:cubicBezTo>
                  <a:pt x="11051" y="15925"/>
                  <a:pt x="10549" y="15925"/>
                  <a:pt x="4597" y="17512"/>
                </a:cubicBezTo>
                <a:cubicBezTo>
                  <a:pt x="4597" y="17512"/>
                  <a:pt x="4597" y="17512"/>
                  <a:pt x="0" y="15858"/>
                </a:cubicBezTo>
                <a:cubicBezTo>
                  <a:pt x="0" y="15858"/>
                  <a:pt x="0" y="15858"/>
                  <a:pt x="4597" y="14200"/>
                </a:cubicBezTo>
                <a:close/>
                <a:moveTo>
                  <a:pt x="4597" y="10111"/>
                </a:moveTo>
                <a:cubicBezTo>
                  <a:pt x="10549" y="11702"/>
                  <a:pt x="11051" y="11702"/>
                  <a:pt x="17003" y="10111"/>
                </a:cubicBezTo>
                <a:cubicBezTo>
                  <a:pt x="17003" y="10111"/>
                  <a:pt x="17003" y="10111"/>
                  <a:pt x="21600" y="11769"/>
                </a:cubicBezTo>
                <a:cubicBezTo>
                  <a:pt x="21600" y="11769"/>
                  <a:pt x="21600" y="11769"/>
                  <a:pt x="17003" y="13423"/>
                </a:cubicBezTo>
                <a:cubicBezTo>
                  <a:pt x="11051" y="11837"/>
                  <a:pt x="10549" y="11837"/>
                  <a:pt x="4597" y="13423"/>
                </a:cubicBezTo>
                <a:cubicBezTo>
                  <a:pt x="4597" y="13423"/>
                  <a:pt x="4597" y="13423"/>
                  <a:pt x="0" y="11769"/>
                </a:cubicBezTo>
                <a:cubicBezTo>
                  <a:pt x="0" y="11769"/>
                  <a:pt x="0" y="11769"/>
                  <a:pt x="4597" y="10111"/>
                </a:cubicBezTo>
                <a:close/>
                <a:moveTo>
                  <a:pt x="2971" y="918"/>
                </a:moveTo>
                <a:lnTo>
                  <a:pt x="2971" y="6926"/>
                </a:lnTo>
                <a:cubicBezTo>
                  <a:pt x="2971" y="6926"/>
                  <a:pt x="2971" y="6926"/>
                  <a:pt x="3980" y="6926"/>
                </a:cubicBezTo>
                <a:cubicBezTo>
                  <a:pt x="4430" y="6926"/>
                  <a:pt x="4695" y="6878"/>
                  <a:pt x="4903" y="6708"/>
                </a:cubicBezTo>
                <a:cubicBezTo>
                  <a:pt x="5220" y="6447"/>
                  <a:pt x="5249" y="5917"/>
                  <a:pt x="5249" y="4849"/>
                </a:cubicBezTo>
                <a:cubicBezTo>
                  <a:pt x="5249" y="4849"/>
                  <a:pt x="5249" y="4849"/>
                  <a:pt x="5249" y="2990"/>
                </a:cubicBezTo>
                <a:cubicBezTo>
                  <a:pt x="5249" y="1926"/>
                  <a:pt x="5220" y="1396"/>
                  <a:pt x="4903" y="1135"/>
                </a:cubicBezTo>
                <a:cubicBezTo>
                  <a:pt x="4695" y="965"/>
                  <a:pt x="4430" y="918"/>
                  <a:pt x="3980" y="918"/>
                </a:cubicBezTo>
                <a:cubicBezTo>
                  <a:pt x="3980" y="918"/>
                  <a:pt x="3980" y="918"/>
                  <a:pt x="2971" y="918"/>
                </a:cubicBezTo>
                <a:close/>
                <a:moveTo>
                  <a:pt x="8068" y="0"/>
                </a:moveTo>
                <a:cubicBezTo>
                  <a:pt x="8068" y="0"/>
                  <a:pt x="8068" y="0"/>
                  <a:pt x="13456" y="0"/>
                </a:cubicBezTo>
                <a:cubicBezTo>
                  <a:pt x="13542" y="0"/>
                  <a:pt x="13594" y="16"/>
                  <a:pt x="13635" y="44"/>
                </a:cubicBezTo>
                <a:cubicBezTo>
                  <a:pt x="13669" y="67"/>
                  <a:pt x="13698" y="103"/>
                  <a:pt x="13698" y="162"/>
                </a:cubicBezTo>
                <a:cubicBezTo>
                  <a:pt x="13698" y="162"/>
                  <a:pt x="13698" y="162"/>
                  <a:pt x="13698" y="827"/>
                </a:cubicBezTo>
                <a:cubicBezTo>
                  <a:pt x="13698" y="886"/>
                  <a:pt x="13669" y="922"/>
                  <a:pt x="13635" y="945"/>
                </a:cubicBezTo>
                <a:cubicBezTo>
                  <a:pt x="13594" y="973"/>
                  <a:pt x="13542" y="989"/>
                  <a:pt x="13456" y="989"/>
                </a:cubicBezTo>
                <a:cubicBezTo>
                  <a:pt x="13456" y="989"/>
                  <a:pt x="13456" y="989"/>
                  <a:pt x="11731" y="989"/>
                </a:cubicBezTo>
                <a:cubicBezTo>
                  <a:pt x="11731" y="989"/>
                  <a:pt x="11731" y="989"/>
                  <a:pt x="11731" y="7681"/>
                </a:cubicBezTo>
                <a:cubicBezTo>
                  <a:pt x="11731" y="7740"/>
                  <a:pt x="11708" y="7776"/>
                  <a:pt x="11667" y="7800"/>
                </a:cubicBezTo>
                <a:cubicBezTo>
                  <a:pt x="11633" y="7827"/>
                  <a:pt x="11581" y="7843"/>
                  <a:pt x="11494" y="7843"/>
                </a:cubicBezTo>
                <a:cubicBezTo>
                  <a:pt x="11494" y="7843"/>
                  <a:pt x="11494" y="7843"/>
                  <a:pt x="10029" y="7843"/>
                </a:cubicBezTo>
                <a:cubicBezTo>
                  <a:pt x="9943" y="7843"/>
                  <a:pt x="9891" y="7827"/>
                  <a:pt x="9850" y="7800"/>
                </a:cubicBezTo>
                <a:cubicBezTo>
                  <a:pt x="9810" y="7776"/>
                  <a:pt x="9787" y="7740"/>
                  <a:pt x="9787" y="7681"/>
                </a:cubicBezTo>
                <a:cubicBezTo>
                  <a:pt x="9787" y="7681"/>
                  <a:pt x="9787" y="7681"/>
                  <a:pt x="9787" y="989"/>
                </a:cubicBezTo>
                <a:cubicBezTo>
                  <a:pt x="9787" y="989"/>
                  <a:pt x="9787" y="989"/>
                  <a:pt x="8068" y="989"/>
                </a:cubicBezTo>
                <a:cubicBezTo>
                  <a:pt x="7981" y="989"/>
                  <a:pt x="7929" y="973"/>
                  <a:pt x="7889" y="945"/>
                </a:cubicBezTo>
                <a:cubicBezTo>
                  <a:pt x="7849" y="922"/>
                  <a:pt x="7825" y="886"/>
                  <a:pt x="7825" y="827"/>
                </a:cubicBezTo>
                <a:cubicBezTo>
                  <a:pt x="7825" y="827"/>
                  <a:pt x="7825" y="827"/>
                  <a:pt x="7825" y="162"/>
                </a:cubicBezTo>
                <a:cubicBezTo>
                  <a:pt x="7825" y="103"/>
                  <a:pt x="7849" y="67"/>
                  <a:pt x="7889" y="44"/>
                </a:cubicBezTo>
                <a:cubicBezTo>
                  <a:pt x="7929" y="16"/>
                  <a:pt x="7981" y="0"/>
                  <a:pt x="8068" y="0"/>
                </a:cubicBezTo>
                <a:close/>
                <a:moveTo>
                  <a:pt x="1390" y="0"/>
                </a:moveTo>
                <a:cubicBezTo>
                  <a:pt x="1390" y="0"/>
                  <a:pt x="1390" y="0"/>
                  <a:pt x="4257" y="0"/>
                </a:cubicBezTo>
                <a:cubicBezTo>
                  <a:pt x="5370" y="0"/>
                  <a:pt x="6051" y="174"/>
                  <a:pt x="6466" y="538"/>
                </a:cubicBezTo>
                <a:cubicBezTo>
                  <a:pt x="7072" y="1036"/>
                  <a:pt x="7089" y="1843"/>
                  <a:pt x="7089" y="3077"/>
                </a:cubicBezTo>
                <a:cubicBezTo>
                  <a:pt x="7089" y="3077"/>
                  <a:pt x="7089" y="3077"/>
                  <a:pt x="7089" y="4766"/>
                </a:cubicBezTo>
                <a:cubicBezTo>
                  <a:pt x="7089" y="6000"/>
                  <a:pt x="7072" y="6807"/>
                  <a:pt x="6466" y="7305"/>
                </a:cubicBezTo>
                <a:cubicBezTo>
                  <a:pt x="6051" y="7669"/>
                  <a:pt x="5370" y="7843"/>
                  <a:pt x="4257" y="7843"/>
                </a:cubicBezTo>
                <a:cubicBezTo>
                  <a:pt x="4257" y="7843"/>
                  <a:pt x="4257" y="7843"/>
                  <a:pt x="1390" y="7843"/>
                </a:cubicBezTo>
                <a:cubicBezTo>
                  <a:pt x="1304" y="7843"/>
                  <a:pt x="1252" y="7827"/>
                  <a:pt x="1217" y="7800"/>
                </a:cubicBezTo>
                <a:cubicBezTo>
                  <a:pt x="1177" y="7776"/>
                  <a:pt x="1154" y="7740"/>
                  <a:pt x="1154" y="7681"/>
                </a:cubicBezTo>
                <a:cubicBezTo>
                  <a:pt x="1154" y="7681"/>
                  <a:pt x="1154" y="7681"/>
                  <a:pt x="1154" y="162"/>
                </a:cubicBezTo>
                <a:cubicBezTo>
                  <a:pt x="1154" y="103"/>
                  <a:pt x="1177" y="67"/>
                  <a:pt x="1217" y="44"/>
                </a:cubicBezTo>
                <a:cubicBezTo>
                  <a:pt x="1252" y="16"/>
                  <a:pt x="1304" y="0"/>
                  <a:pt x="1390" y="0"/>
                </a:cubicBezTo>
                <a:close/>
                <a:moveTo>
                  <a:pt x="14706" y="0"/>
                </a:moveTo>
                <a:cubicBezTo>
                  <a:pt x="14706" y="0"/>
                  <a:pt x="14706" y="0"/>
                  <a:pt x="16045" y="0"/>
                </a:cubicBezTo>
                <a:cubicBezTo>
                  <a:pt x="16131" y="0"/>
                  <a:pt x="16183" y="16"/>
                  <a:pt x="16224" y="44"/>
                </a:cubicBezTo>
                <a:cubicBezTo>
                  <a:pt x="16264" y="67"/>
                  <a:pt x="16287" y="103"/>
                  <a:pt x="16287" y="162"/>
                </a:cubicBezTo>
                <a:cubicBezTo>
                  <a:pt x="16287" y="162"/>
                  <a:pt x="16287" y="162"/>
                  <a:pt x="16287" y="5712"/>
                </a:cubicBezTo>
                <a:cubicBezTo>
                  <a:pt x="16287" y="6314"/>
                  <a:pt x="16368" y="6646"/>
                  <a:pt x="16627" y="6844"/>
                </a:cubicBezTo>
                <a:cubicBezTo>
                  <a:pt x="16818" y="6990"/>
                  <a:pt x="17072" y="7053"/>
                  <a:pt x="17406" y="7053"/>
                </a:cubicBezTo>
                <a:cubicBezTo>
                  <a:pt x="17776" y="7053"/>
                  <a:pt x="18041" y="6982"/>
                  <a:pt x="18226" y="6844"/>
                </a:cubicBezTo>
                <a:cubicBezTo>
                  <a:pt x="18503" y="6638"/>
                  <a:pt x="18566" y="6294"/>
                  <a:pt x="18566" y="5712"/>
                </a:cubicBezTo>
                <a:cubicBezTo>
                  <a:pt x="18566" y="5712"/>
                  <a:pt x="18566" y="5712"/>
                  <a:pt x="18566" y="162"/>
                </a:cubicBezTo>
                <a:cubicBezTo>
                  <a:pt x="18566" y="103"/>
                  <a:pt x="18589" y="67"/>
                  <a:pt x="18630" y="44"/>
                </a:cubicBezTo>
                <a:cubicBezTo>
                  <a:pt x="18664" y="16"/>
                  <a:pt x="18722" y="0"/>
                  <a:pt x="18803" y="0"/>
                </a:cubicBezTo>
                <a:cubicBezTo>
                  <a:pt x="18803" y="0"/>
                  <a:pt x="18803" y="0"/>
                  <a:pt x="20147" y="0"/>
                </a:cubicBezTo>
                <a:cubicBezTo>
                  <a:pt x="20234" y="0"/>
                  <a:pt x="20286" y="16"/>
                  <a:pt x="20320" y="44"/>
                </a:cubicBezTo>
                <a:cubicBezTo>
                  <a:pt x="20361" y="67"/>
                  <a:pt x="20384" y="103"/>
                  <a:pt x="20384" y="162"/>
                </a:cubicBezTo>
                <a:cubicBezTo>
                  <a:pt x="20384" y="162"/>
                  <a:pt x="20384" y="162"/>
                  <a:pt x="20384" y="5716"/>
                </a:cubicBezTo>
                <a:cubicBezTo>
                  <a:pt x="20384" y="6464"/>
                  <a:pt x="20257" y="6962"/>
                  <a:pt x="19732" y="7382"/>
                </a:cubicBezTo>
                <a:cubicBezTo>
                  <a:pt x="19287" y="7738"/>
                  <a:pt x="18560" y="7943"/>
                  <a:pt x="17430" y="7943"/>
                </a:cubicBezTo>
                <a:cubicBezTo>
                  <a:pt x="16316" y="7943"/>
                  <a:pt x="15583" y="7750"/>
                  <a:pt x="15093" y="7382"/>
                </a:cubicBezTo>
                <a:cubicBezTo>
                  <a:pt x="14625" y="7030"/>
                  <a:pt x="14469" y="6523"/>
                  <a:pt x="14469" y="5716"/>
                </a:cubicBezTo>
                <a:cubicBezTo>
                  <a:pt x="14469" y="5716"/>
                  <a:pt x="14469" y="5716"/>
                  <a:pt x="14469" y="162"/>
                </a:cubicBezTo>
                <a:cubicBezTo>
                  <a:pt x="14469" y="103"/>
                  <a:pt x="14493" y="67"/>
                  <a:pt x="14527" y="44"/>
                </a:cubicBezTo>
                <a:cubicBezTo>
                  <a:pt x="14568" y="16"/>
                  <a:pt x="14620" y="0"/>
                  <a:pt x="14706" y="0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6799" tIns="46799" rIns="46799" bIns="46799"/>
          <a:lstStyle/>
          <a:p>
            <a:pPr>
              <a:defRPr>
                <a:latin typeface="Verdana"/>
                <a:ea typeface="Verdana"/>
                <a:cs typeface="Verdana"/>
                <a:sym typeface="Verdana"/>
              </a:defRPr>
            </a:pPr>
          </a:p>
        </p:txBody>
      </p:sp>
      <p:sp>
        <p:nvSpPr>
          <p:cNvPr id="44" name="Bottom bar"/>
          <p:cNvSpPr/>
          <p:nvPr/>
        </p:nvSpPr>
        <p:spPr>
          <a:xfrm>
            <a:off x="0" y="6541199"/>
            <a:ext cx="12193200" cy="31680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6799" tIns="46799" rIns="46799" bIns="46799" anchor="ctr"/>
          <a:lstStyle/>
          <a:p>
            <a:pPr algn="ctr">
              <a:spcBef>
                <a:spcPts val="400"/>
              </a:spcBef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5" name="Top bar"/>
          <p:cNvSpPr/>
          <p:nvPr/>
        </p:nvSpPr>
        <p:spPr>
          <a:xfrm>
            <a:off x="0" y="-1"/>
            <a:ext cx="12193200" cy="50402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6799" tIns="46799" rIns="46799" bIns="46799" anchor="ctr"/>
          <a:lstStyle/>
          <a:p>
            <a:pPr algn="ctr">
              <a:spcBef>
                <a:spcPts val="400"/>
              </a:spcBef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6" name="Title Text"/>
          <p:cNvSpPr txBox="1"/>
          <p:nvPr>
            <p:ph type="title"/>
          </p:nvPr>
        </p:nvSpPr>
        <p:spPr>
          <a:xfrm>
            <a:off x="1774725" y="426126"/>
            <a:ext cx="9312376" cy="972718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47" name="Body Level One…"/>
          <p:cNvSpPr txBox="1"/>
          <p:nvPr>
            <p:ph type="body" idx="1"/>
          </p:nvPr>
        </p:nvSpPr>
        <p:spPr>
          <a:xfrm>
            <a:off x="1774800" y="1706399"/>
            <a:ext cx="9312375" cy="4545579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49" name="ESS.png" descr="ESS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30250" y="252000"/>
            <a:ext cx="1138321" cy="612001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62" name="Group"/>
          <p:cNvGrpSpPr/>
          <p:nvPr/>
        </p:nvGrpSpPr>
        <p:grpSpPr>
          <a:xfrm>
            <a:off x="17068" y="935881"/>
            <a:ext cx="1506786" cy="5584238"/>
            <a:chOff x="0" y="0"/>
            <a:chExt cx="1506784" cy="5584236"/>
          </a:xfrm>
        </p:grpSpPr>
        <p:pic>
          <p:nvPicPr>
            <p:cNvPr id="50" name="Image" descr="Image"/>
            <p:cNvPicPr>
              <a:picLocks noChangeAspect="1"/>
            </p:cNvPicPr>
            <p:nvPr/>
          </p:nvPicPr>
          <p:blipFill>
            <a:blip r:embed="rId3">
              <a:extLst/>
            </a:blip>
            <a:srcRect l="0" t="0" r="0" b="0"/>
            <a:stretch>
              <a:fillRect/>
            </a:stretch>
          </p:blipFill>
          <p:spPr>
            <a:xfrm>
              <a:off x="0" y="0"/>
              <a:ext cx="1506785" cy="558423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51" name="Rectangle"/>
            <p:cNvSpPr/>
            <p:nvPr/>
          </p:nvSpPr>
          <p:spPr>
            <a:xfrm>
              <a:off x="26491" y="29555"/>
              <a:ext cx="1453952" cy="791704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6799" tIns="46799" rIns="46799" bIns="46799" numCol="1" anchor="ctr">
              <a:noAutofit/>
            </a:bodyPr>
            <a:lstStyle/>
            <a:p>
              <a:pPr/>
            </a:p>
          </p:txBody>
        </p:sp>
        <p:grpSp>
          <p:nvGrpSpPr>
            <p:cNvPr id="60" name="Group"/>
            <p:cNvGrpSpPr/>
            <p:nvPr/>
          </p:nvGrpSpPr>
          <p:grpSpPr>
            <a:xfrm>
              <a:off x="161144" y="50051"/>
              <a:ext cx="1271028" cy="5510910"/>
              <a:chOff x="0" y="0"/>
              <a:chExt cx="1271027" cy="5510908"/>
            </a:xfrm>
          </p:grpSpPr>
          <p:sp>
            <p:nvSpPr>
              <p:cNvPr id="52" name="2025 ISIS McStas School"/>
              <p:cNvSpPr txBox="1"/>
              <p:nvPr/>
            </p:nvSpPr>
            <p:spPr>
              <a:xfrm>
                <a:off x="0" y="4478221"/>
                <a:ext cx="1184497" cy="10326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0" tIns="0" rIns="0" bIns="0" numCol="1" anchor="b">
                <a:normAutofit fontScale="100000" lnSpcReduction="0"/>
              </a:bodyPr>
              <a:lstStyle/>
              <a:p>
                <a:pPr algn="ctr" defTabSz="521208">
                  <a:lnSpc>
                    <a:spcPct val="110000"/>
                  </a:lnSpc>
                  <a:spcBef>
                    <a:spcPts val="0"/>
                  </a:spcBef>
                  <a:defRPr b="1" i="1" sz="2109">
                    <a:solidFill>
                      <a:srgbClr val="FFFFFF"/>
                    </a:solidFill>
                  </a:defRPr>
                </a:pPr>
                <a:r>
                  <a:t>2025 ISIS</a:t>
                </a:r>
                <a:br/>
                <a:r>
                  <a:t>McStas School</a:t>
                </a:r>
              </a:p>
            </p:txBody>
          </p:sp>
          <p:grpSp>
            <p:nvGrpSpPr>
              <p:cNvPr id="59" name="Group"/>
              <p:cNvGrpSpPr/>
              <p:nvPr/>
            </p:nvGrpSpPr>
            <p:grpSpPr>
              <a:xfrm>
                <a:off x="545266" y="-1"/>
                <a:ext cx="725762" cy="757651"/>
                <a:chOff x="0" y="0"/>
                <a:chExt cx="725761" cy="757649"/>
              </a:xfrm>
            </p:grpSpPr>
            <p:sp>
              <p:nvSpPr>
                <p:cNvPr id="53" name="Logo color"/>
                <p:cNvSpPr/>
                <p:nvPr/>
              </p:nvSpPr>
              <p:spPr>
                <a:xfrm>
                  <a:off x="2507" y="452770"/>
                  <a:ext cx="117009" cy="170656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4597" y="18293"/>
                      </a:moveTo>
                      <a:cubicBezTo>
                        <a:pt x="10549" y="19881"/>
                        <a:pt x="11051" y="19881"/>
                        <a:pt x="17003" y="18293"/>
                      </a:cubicBezTo>
                      <a:cubicBezTo>
                        <a:pt x="17003" y="18293"/>
                        <a:pt x="17003" y="18293"/>
                        <a:pt x="21600" y="19949"/>
                      </a:cubicBezTo>
                      <a:cubicBezTo>
                        <a:pt x="21600" y="19949"/>
                        <a:pt x="21600" y="19949"/>
                        <a:pt x="17003" y="21600"/>
                      </a:cubicBezTo>
                      <a:cubicBezTo>
                        <a:pt x="11051" y="20016"/>
                        <a:pt x="10549" y="20016"/>
                        <a:pt x="4597" y="21600"/>
                      </a:cubicBezTo>
                      <a:cubicBezTo>
                        <a:pt x="4597" y="21600"/>
                        <a:pt x="4597" y="21600"/>
                        <a:pt x="0" y="19949"/>
                      </a:cubicBezTo>
                      <a:cubicBezTo>
                        <a:pt x="0" y="19949"/>
                        <a:pt x="0" y="19949"/>
                        <a:pt x="4597" y="18293"/>
                      </a:cubicBezTo>
                      <a:close/>
                      <a:moveTo>
                        <a:pt x="4597" y="14200"/>
                      </a:moveTo>
                      <a:cubicBezTo>
                        <a:pt x="10549" y="15790"/>
                        <a:pt x="11051" y="15790"/>
                        <a:pt x="17003" y="14200"/>
                      </a:cubicBezTo>
                      <a:cubicBezTo>
                        <a:pt x="17003" y="14200"/>
                        <a:pt x="17003" y="14200"/>
                        <a:pt x="21600" y="15858"/>
                      </a:cubicBezTo>
                      <a:cubicBezTo>
                        <a:pt x="21600" y="15858"/>
                        <a:pt x="21600" y="15858"/>
                        <a:pt x="17003" y="17512"/>
                      </a:cubicBezTo>
                      <a:cubicBezTo>
                        <a:pt x="11051" y="15925"/>
                        <a:pt x="10549" y="15925"/>
                        <a:pt x="4597" y="17512"/>
                      </a:cubicBezTo>
                      <a:cubicBezTo>
                        <a:pt x="4597" y="17512"/>
                        <a:pt x="4597" y="17512"/>
                        <a:pt x="0" y="15858"/>
                      </a:cubicBezTo>
                      <a:cubicBezTo>
                        <a:pt x="0" y="15858"/>
                        <a:pt x="0" y="15858"/>
                        <a:pt x="4597" y="14200"/>
                      </a:cubicBezTo>
                      <a:close/>
                      <a:moveTo>
                        <a:pt x="4597" y="10111"/>
                      </a:moveTo>
                      <a:cubicBezTo>
                        <a:pt x="10549" y="11702"/>
                        <a:pt x="11051" y="11702"/>
                        <a:pt x="17003" y="10111"/>
                      </a:cubicBezTo>
                      <a:cubicBezTo>
                        <a:pt x="17003" y="10111"/>
                        <a:pt x="17003" y="10111"/>
                        <a:pt x="21600" y="11769"/>
                      </a:cubicBezTo>
                      <a:cubicBezTo>
                        <a:pt x="21600" y="11769"/>
                        <a:pt x="21600" y="11769"/>
                        <a:pt x="17003" y="13423"/>
                      </a:cubicBezTo>
                      <a:cubicBezTo>
                        <a:pt x="11051" y="11837"/>
                        <a:pt x="10549" y="11837"/>
                        <a:pt x="4597" y="13423"/>
                      </a:cubicBezTo>
                      <a:cubicBezTo>
                        <a:pt x="4597" y="13423"/>
                        <a:pt x="4597" y="13423"/>
                        <a:pt x="0" y="11769"/>
                      </a:cubicBezTo>
                      <a:cubicBezTo>
                        <a:pt x="0" y="11769"/>
                        <a:pt x="0" y="11769"/>
                        <a:pt x="4597" y="10111"/>
                      </a:cubicBezTo>
                      <a:close/>
                      <a:moveTo>
                        <a:pt x="2971" y="918"/>
                      </a:moveTo>
                      <a:lnTo>
                        <a:pt x="2971" y="6926"/>
                      </a:lnTo>
                      <a:cubicBezTo>
                        <a:pt x="2971" y="6926"/>
                        <a:pt x="2971" y="6926"/>
                        <a:pt x="3980" y="6926"/>
                      </a:cubicBezTo>
                      <a:cubicBezTo>
                        <a:pt x="4430" y="6926"/>
                        <a:pt x="4695" y="6878"/>
                        <a:pt x="4903" y="6708"/>
                      </a:cubicBezTo>
                      <a:cubicBezTo>
                        <a:pt x="5220" y="6447"/>
                        <a:pt x="5249" y="5917"/>
                        <a:pt x="5249" y="4849"/>
                      </a:cubicBezTo>
                      <a:cubicBezTo>
                        <a:pt x="5249" y="4849"/>
                        <a:pt x="5249" y="4849"/>
                        <a:pt x="5249" y="2990"/>
                      </a:cubicBezTo>
                      <a:cubicBezTo>
                        <a:pt x="5249" y="1926"/>
                        <a:pt x="5220" y="1396"/>
                        <a:pt x="4903" y="1135"/>
                      </a:cubicBezTo>
                      <a:cubicBezTo>
                        <a:pt x="4695" y="965"/>
                        <a:pt x="4430" y="918"/>
                        <a:pt x="3980" y="918"/>
                      </a:cubicBezTo>
                      <a:cubicBezTo>
                        <a:pt x="3980" y="918"/>
                        <a:pt x="3980" y="918"/>
                        <a:pt x="2971" y="918"/>
                      </a:cubicBezTo>
                      <a:close/>
                      <a:moveTo>
                        <a:pt x="8068" y="0"/>
                      </a:moveTo>
                      <a:cubicBezTo>
                        <a:pt x="8068" y="0"/>
                        <a:pt x="8068" y="0"/>
                        <a:pt x="13456" y="0"/>
                      </a:cubicBezTo>
                      <a:cubicBezTo>
                        <a:pt x="13542" y="0"/>
                        <a:pt x="13594" y="16"/>
                        <a:pt x="13635" y="44"/>
                      </a:cubicBezTo>
                      <a:cubicBezTo>
                        <a:pt x="13669" y="67"/>
                        <a:pt x="13698" y="103"/>
                        <a:pt x="13698" y="162"/>
                      </a:cubicBezTo>
                      <a:cubicBezTo>
                        <a:pt x="13698" y="162"/>
                        <a:pt x="13698" y="162"/>
                        <a:pt x="13698" y="827"/>
                      </a:cubicBezTo>
                      <a:cubicBezTo>
                        <a:pt x="13698" y="886"/>
                        <a:pt x="13669" y="922"/>
                        <a:pt x="13635" y="945"/>
                      </a:cubicBezTo>
                      <a:cubicBezTo>
                        <a:pt x="13594" y="973"/>
                        <a:pt x="13542" y="989"/>
                        <a:pt x="13456" y="989"/>
                      </a:cubicBezTo>
                      <a:cubicBezTo>
                        <a:pt x="13456" y="989"/>
                        <a:pt x="13456" y="989"/>
                        <a:pt x="11731" y="989"/>
                      </a:cubicBezTo>
                      <a:cubicBezTo>
                        <a:pt x="11731" y="989"/>
                        <a:pt x="11731" y="989"/>
                        <a:pt x="11731" y="7681"/>
                      </a:cubicBezTo>
                      <a:cubicBezTo>
                        <a:pt x="11731" y="7740"/>
                        <a:pt x="11708" y="7776"/>
                        <a:pt x="11667" y="7800"/>
                      </a:cubicBezTo>
                      <a:cubicBezTo>
                        <a:pt x="11633" y="7827"/>
                        <a:pt x="11581" y="7843"/>
                        <a:pt x="11494" y="7843"/>
                      </a:cubicBezTo>
                      <a:cubicBezTo>
                        <a:pt x="11494" y="7843"/>
                        <a:pt x="11494" y="7843"/>
                        <a:pt x="10029" y="7843"/>
                      </a:cubicBezTo>
                      <a:cubicBezTo>
                        <a:pt x="9943" y="7843"/>
                        <a:pt x="9891" y="7827"/>
                        <a:pt x="9850" y="7800"/>
                      </a:cubicBezTo>
                      <a:cubicBezTo>
                        <a:pt x="9810" y="7776"/>
                        <a:pt x="9787" y="7740"/>
                        <a:pt x="9787" y="7681"/>
                      </a:cubicBezTo>
                      <a:cubicBezTo>
                        <a:pt x="9787" y="7681"/>
                        <a:pt x="9787" y="7681"/>
                        <a:pt x="9787" y="989"/>
                      </a:cubicBezTo>
                      <a:cubicBezTo>
                        <a:pt x="9787" y="989"/>
                        <a:pt x="9787" y="989"/>
                        <a:pt x="8068" y="989"/>
                      </a:cubicBezTo>
                      <a:cubicBezTo>
                        <a:pt x="7981" y="989"/>
                        <a:pt x="7929" y="973"/>
                        <a:pt x="7889" y="945"/>
                      </a:cubicBezTo>
                      <a:cubicBezTo>
                        <a:pt x="7849" y="922"/>
                        <a:pt x="7825" y="886"/>
                        <a:pt x="7825" y="827"/>
                      </a:cubicBezTo>
                      <a:cubicBezTo>
                        <a:pt x="7825" y="827"/>
                        <a:pt x="7825" y="827"/>
                        <a:pt x="7825" y="162"/>
                      </a:cubicBezTo>
                      <a:cubicBezTo>
                        <a:pt x="7825" y="103"/>
                        <a:pt x="7849" y="67"/>
                        <a:pt x="7889" y="44"/>
                      </a:cubicBezTo>
                      <a:cubicBezTo>
                        <a:pt x="7929" y="16"/>
                        <a:pt x="7981" y="0"/>
                        <a:pt x="8068" y="0"/>
                      </a:cubicBezTo>
                      <a:close/>
                      <a:moveTo>
                        <a:pt x="1390" y="0"/>
                      </a:moveTo>
                      <a:cubicBezTo>
                        <a:pt x="1390" y="0"/>
                        <a:pt x="1390" y="0"/>
                        <a:pt x="4257" y="0"/>
                      </a:cubicBezTo>
                      <a:cubicBezTo>
                        <a:pt x="5370" y="0"/>
                        <a:pt x="6051" y="174"/>
                        <a:pt x="6466" y="538"/>
                      </a:cubicBezTo>
                      <a:cubicBezTo>
                        <a:pt x="7072" y="1036"/>
                        <a:pt x="7089" y="1843"/>
                        <a:pt x="7089" y="3077"/>
                      </a:cubicBezTo>
                      <a:cubicBezTo>
                        <a:pt x="7089" y="3077"/>
                        <a:pt x="7089" y="3077"/>
                        <a:pt x="7089" y="4766"/>
                      </a:cubicBezTo>
                      <a:cubicBezTo>
                        <a:pt x="7089" y="6000"/>
                        <a:pt x="7072" y="6807"/>
                        <a:pt x="6466" y="7305"/>
                      </a:cubicBezTo>
                      <a:cubicBezTo>
                        <a:pt x="6051" y="7669"/>
                        <a:pt x="5370" y="7843"/>
                        <a:pt x="4257" y="7843"/>
                      </a:cubicBezTo>
                      <a:cubicBezTo>
                        <a:pt x="4257" y="7843"/>
                        <a:pt x="4257" y="7843"/>
                        <a:pt x="1390" y="7843"/>
                      </a:cubicBezTo>
                      <a:cubicBezTo>
                        <a:pt x="1304" y="7843"/>
                        <a:pt x="1252" y="7827"/>
                        <a:pt x="1217" y="7800"/>
                      </a:cubicBezTo>
                      <a:cubicBezTo>
                        <a:pt x="1177" y="7776"/>
                        <a:pt x="1154" y="7740"/>
                        <a:pt x="1154" y="7681"/>
                      </a:cubicBezTo>
                      <a:cubicBezTo>
                        <a:pt x="1154" y="7681"/>
                        <a:pt x="1154" y="7681"/>
                        <a:pt x="1154" y="162"/>
                      </a:cubicBezTo>
                      <a:cubicBezTo>
                        <a:pt x="1154" y="103"/>
                        <a:pt x="1177" y="67"/>
                        <a:pt x="1217" y="44"/>
                      </a:cubicBezTo>
                      <a:cubicBezTo>
                        <a:pt x="1252" y="16"/>
                        <a:pt x="1304" y="0"/>
                        <a:pt x="1390" y="0"/>
                      </a:cubicBezTo>
                      <a:close/>
                      <a:moveTo>
                        <a:pt x="14706" y="0"/>
                      </a:moveTo>
                      <a:cubicBezTo>
                        <a:pt x="14706" y="0"/>
                        <a:pt x="14706" y="0"/>
                        <a:pt x="16045" y="0"/>
                      </a:cubicBezTo>
                      <a:cubicBezTo>
                        <a:pt x="16131" y="0"/>
                        <a:pt x="16183" y="16"/>
                        <a:pt x="16224" y="44"/>
                      </a:cubicBezTo>
                      <a:cubicBezTo>
                        <a:pt x="16264" y="67"/>
                        <a:pt x="16287" y="103"/>
                        <a:pt x="16287" y="162"/>
                      </a:cubicBezTo>
                      <a:cubicBezTo>
                        <a:pt x="16287" y="162"/>
                        <a:pt x="16287" y="162"/>
                        <a:pt x="16287" y="5712"/>
                      </a:cubicBezTo>
                      <a:cubicBezTo>
                        <a:pt x="16287" y="6314"/>
                        <a:pt x="16368" y="6646"/>
                        <a:pt x="16627" y="6844"/>
                      </a:cubicBezTo>
                      <a:cubicBezTo>
                        <a:pt x="16818" y="6990"/>
                        <a:pt x="17072" y="7053"/>
                        <a:pt x="17406" y="7053"/>
                      </a:cubicBezTo>
                      <a:cubicBezTo>
                        <a:pt x="17776" y="7053"/>
                        <a:pt x="18041" y="6982"/>
                        <a:pt x="18226" y="6844"/>
                      </a:cubicBezTo>
                      <a:cubicBezTo>
                        <a:pt x="18503" y="6638"/>
                        <a:pt x="18566" y="6294"/>
                        <a:pt x="18566" y="5712"/>
                      </a:cubicBezTo>
                      <a:cubicBezTo>
                        <a:pt x="18566" y="5712"/>
                        <a:pt x="18566" y="5712"/>
                        <a:pt x="18566" y="162"/>
                      </a:cubicBezTo>
                      <a:cubicBezTo>
                        <a:pt x="18566" y="103"/>
                        <a:pt x="18589" y="67"/>
                        <a:pt x="18630" y="44"/>
                      </a:cubicBezTo>
                      <a:cubicBezTo>
                        <a:pt x="18664" y="16"/>
                        <a:pt x="18722" y="0"/>
                        <a:pt x="18803" y="0"/>
                      </a:cubicBezTo>
                      <a:cubicBezTo>
                        <a:pt x="18803" y="0"/>
                        <a:pt x="18803" y="0"/>
                        <a:pt x="20147" y="0"/>
                      </a:cubicBezTo>
                      <a:cubicBezTo>
                        <a:pt x="20234" y="0"/>
                        <a:pt x="20286" y="16"/>
                        <a:pt x="20320" y="44"/>
                      </a:cubicBezTo>
                      <a:cubicBezTo>
                        <a:pt x="20361" y="67"/>
                        <a:pt x="20384" y="103"/>
                        <a:pt x="20384" y="162"/>
                      </a:cubicBezTo>
                      <a:cubicBezTo>
                        <a:pt x="20384" y="162"/>
                        <a:pt x="20384" y="162"/>
                        <a:pt x="20384" y="5716"/>
                      </a:cubicBezTo>
                      <a:cubicBezTo>
                        <a:pt x="20384" y="6464"/>
                        <a:pt x="20257" y="6962"/>
                        <a:pt x="19732" y="7382"/>
                      </a:cubicBezTo>
                      <a:cubicBezTo>
                        <a:pt x="19287" y="7738"/>
                        <a:pt x="18560" y="7943"/>
                        <a:pt x="17430" y="7943"/>
                      </a:cubicBezTo>
                      <a:cubicBezTo>
                        <a:pt x="16316" y="7943"/>
                        <a:pt x="15583" y="7750"/>
                        <a:pt x="15093" y="7382"/>
                      </a:cubicBezTo>
                      <a:cubicBezTo>
                        <a:pt x="14625" y="7030"/>
                        <a:pt x="14469" y="6523"/>
                        <a:pt x="14469" y="5716"/>
                      </a:cubicBezTo>
                      <a:cubicBezTo>
                        <a:pt x="14469" y="5716"/>
                        <a:pt x="14469" y="5716"/>
                        <a:pt x="14469" y="162"/>
                      </a:cubicBezTo>
                      <a:cubicBezTo>
                        <a:pt x="14469" y="103"/>
                        <a:pt x="14493" y="67"/>
                        <a:pt x="14527" y="44"/>
                      </a:cubicBezTo>
                      <a:cubicBezTo>
                        <a:pt x="14568" y="16"/>
                        <a:pt x="14620" y="0"/>
                        <a:pt x="14706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6799" tIns="46799" rIns="46799" bIns="46799" numCol="1" anchor="t">
                  <a:noAutofit/>
                </a:bodyPr>
                <a:lstStyle/>
                <a:p>
                  <a:pPr>
                    <a:defRPr>
                      <a:latin typeface="Verdana"/>
                      <a:ea typeface="Verdana"/>
                      <a:cs typeface="Verdana"/>
                      <a:sym typeface="Verdana"/>
                    </a:defRPr>
                  </a:pPr>
                </a:p>
              </p:txBody>
            </p:sp>
            <p:pic>
              <p:nvPicPr>
                <p:cNvPr id="54" name="logoill.pdf" descr="logoill.pdf"/>
                <p:cNvPicPr>
                  <a:picLocks noChangeAspect="0"/>
                </p:cNvPicPr>
                <p:nvPr/>
              </p:nvPicPr>
              <p:blipFill>
                <a:blip r:embed="rId4">
                  <a:extLst/>
                </a:blip>
                <a:stretch>
                  <a:fillRect/>
                </a:stretch>
              </p:blipFill>
              <p:spPr>
                <a:xfrm>
                  <a:off x="486613" y="459579"/>
                  <a:ext cx="164286" cy="157037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55" name="mcstas-logo.pdf" descr="mcstas-logo.pdf"/>
                <p:cNvPicPr>
                  <a:picLocks noChangeAspect="0"/>
                </p:cNvPicPr>
                <p:nvPr/>
              </p:nvPicPr>
              <p:blipFill>
                <a:blip r:embed="rId5">
                  <a:extLst/>
                </a:blip>
                <a:srcRect l="0" t="0" r="0" b="0"/>
                <a:stretch>
                  <a:fillRect/>
                </a:stretch>
              </p:blipFill>
              <p:spPr>
                <a:xfrm>
                  <a:off x="0" y="0"/>
                  <a:ext cx="725762" cy="426459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56" name="PSI-Logo_trans.png" descr="PSI-Logo_trans.png"/>
                <p:cNvPicPr>
                  <a:picLocks noChangeAspect="0"/>
                </p:cNvPicPr>
                <p:nvPr/>
              </p:nvPicPr>
              <p:blipFill>
                <a:blip r:embed="rId6">
                  <a:extLst/>
                </a:blip>
                <a:stretch>
                  <a:fillRect/>
                </a:stretch>
              </p:blipFill>
              <p:spPr>
                <a:xfrm>
                  <a:off x="270340" y="501170"/>
                  <a:ext cx="204490" cy="74865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57" name="ku-logo.pdf" descr="ku-logo.pdf"/>
                <p:cNvPicPr>
                  <a:picLocks noChangeAspect="0"/>
                </p:cNvPicPr>
                <p:nvPr/>
              </p:nvPicPr>
              <p:blipFill>
                <a:blip r:embed="rId7">
                  <a:extLst/>
                </a:blip>
                <a:stretch>
                  <a:fillRect/>
                </a:stretch>
              </p:blipFill>
              <p:spPr>
                <a:xfrm>
                  <a:off x="131011" y="451261"/>
                  <a:ext cx="128373" cy="174419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58" name="ESS_Logo_Frugal_Blue_cmyk.png" descr="ESS_Logo_Frugal_Blue_cmyk.png"/>
                <p:cNvPicPr>
                  <a:picLocks noChangeAspect="0"/>
                </p:cNvPicPr>
                <p:nvPr/>
              </p:nvPicPr>
              <p:blipFill>
                <a:blip r:embed="rId8">
                  <a:extLst/>
                </a:blip>
                <a:stretch>
                  <a:fillRect/>
                </a:stretch>
              </p:blipFill>
              <p:spPr>
                <a:xfrm>
                  <a:off x="214914" y="607364"/>
                  <a:ext cx="279297" cy="150286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</p:grpSp>
        </p:grpSp>
        <p:pic>
          <p:nvPicPr>
            <p:cNvPr id="61" name="Image" descr="Image"/>
            <p:cNvPicPr>
              <a:picLocks noChangeAspect="1"/>
            </p:cNvPicPr>
            <p:nvPr/>
          </p:nvPicPr>
          <p:blipFill>
            <a:blip r:embed="rId9">
              <a:extLst/>
            </a:blip>
            <a:srcRect l="0" t="0" r="77004" b="0"/>
            <a:stretch>
              <a:fillRect/>
            </a:stretch>
          </p:blipFill>
          <p:spPr>
            <a:xfrm>
              <a:off x="44293" y="62025"/>
              <a:ext cx="617630" cy="61184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63" name="UserProfile.Offices.Workarea_{{DocumentLanguage}}text"/>
          <p:cNvSpPr txBox="1"/>
          <p:nvPr/>
        </p:nvSpPr>
        <p:spPr>
          <a:xfrm>
            <a:off x="1774725" y="6636099"/>
            <a:ext cx="339707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spcBef>
                <a:spcPts val="0"/>
              </a:spcBef>
              <a:defRPr b="1" sz="700">
                <a:solidFill>
                  <a:srgbClr val="FFFFFF"/>
                </a:solidFill>
              </a:defRPr>
            </a:lvl1pPr>
          </a:lstStyle>
          <a:p>
            <a:pPr/>
            <a:r>
              <a:t>2025 ISIS McStas school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Logo color"/>
          <p:cNvSpPr/>
          <p:nvPr/>
        </p:nvSpPr>
        <p:spPr>
          <a:xfrm>
            <a:off x="252000" y="252000"/>
            <a:ext cx="419612" cy="612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4597" y="18293"/>
                </a:moveTo>
                <a:cubicBezTo>
                  <a:pt x="10549" y="19881"/>
                  <a:pt x="11051" y="19881"/>
                  <a:pt x="17003" y="18293"/>
                </a:cubicBezTo>
                <a:cubicBezTo>
                  <a:pt x="17003" y="18293"/>
                  <a:pt x="17003" y="18293"/>
                  <a:pt x="21600" y="19949"/>
                </a:cubicBezTo>
                <a:cubicBezTo>
                  <a:pt x="21600" y="19949"/>
                  <a:pt x="21600" y="19949"/>
                  <a:pt x="17003" y="21600"/>
                </a:cubicBezTo>
                <a:cubicBezTo>
                  <a:pt x="11051" y="20016"/>
                  <a:pt x="10549" y="20016"/>
                  <a:pt x="4597" y="21600"/>
                </a:cubicBezTo>
                <a:cubicBezTo>
                  <a:pt x="4597" y="21600"/>
                  <a:pt x="4597" y="21600"/>
                  <a:pt x="0" y="19949"/>
                </a:cubicBezTo>
                <a:cubicBezTo>
                  <a:pt x="0" y="19949"/>
                  <a:pt x="0" y="19949"/>
                  <a:pt x="4597" y="18293"/>
                </a:cubicBezTo>
                <a:close/>
                <a:moveTo>
                  <a:pt x="4597" y="14200"/>
                </a:moveTo>
                <a:cubicBezTo>
                  <a:pt x="10549" y="15790"/>
                  <a:pt x="11051" y="15790"/>
                  <a:pt x="17003" y="14200"/>
                </a:cubicBezTo>
                <a:cubicBezTo>
                  <a:pt x="17003" y="14200"/>
                  <a:pt x="17003" y="14200"/>
                  <a:pt x="21600" y="15858"/>
                </a:cubicBezTo>
                <a:cubicBezTo>
                  <a:pt x="21600" y="15858"/>
                  <a:pt x="21600" y="15858"/>
                  <a:pt x="17003" y="17512"/>
                </a:cubicBezTo>
                <a:cubicBezTo>
                  <a:pt x="11051" y="15925"/>
                  <a:pt x="10549" y="15925"/>
                  <a:pt x="4597" y="17512"/>
                </a:cubicBezTo>
                <a:cubicBezTo>
                  <a:pt x="4597" y="17512"/>
                  <a:pt x="4597" y="17512"/>
                  <a:pt x="0" y="15858"/>
                </a:cubicBezTo>
                <a:cubicBezTo>
                  <a:pt x="0" y="15858"/>
                  <a:pt x="0" y="15858"/>
                  <a:pt x="4597" y="14200"/>
                </a:cubicBezTo>
                <a:close/>
                <a:moveTo>
                  <a:pt x="4597" y="10111"/>
                </a:moveTo>
                <a:cubicBezTo>
                  <a:pt x="10549" y="11702"/>
                  <a:pt x="11051" y="11702"/>
                  <a:pt x="17003" y="10111"/>
                </a:cubicBezTo>
                <a:cubicBezTo>
                  <a:pt x="17003" y="10111"/>
                  <a:pt x="17003" y="10111"/>
                  <a:pt x="21600" y="11769"/>
                </a:cubicBezTo>
                <a:cubicBezTo>
                  <a:pt x="21600" y="11769"/>
                  <a:pt x="21600" y="11769"/>
                  <a:pt x="17003" y="13423"/>
                </a:cubicBezTo>
                <a:cubicBezTo>
                  <a:pt x="11051" y="11837"/>
                  <a:pt x="10549" y="11837"/>
                  <a:pt x="4597" y="13423"/>
                </a:cubicBezTo>
                <a:cubicBezTo>
                  <a:pt x="4597" y="13423"/>
                  <a:pt x="4597" y="13423"/>
                  <a:pt x="0" y="11769"/>
                </a:cubicBezTo>
                <a:cubicBezTo>
                  <a:pt x="0" y="11769"/>
                  <a:pt x="0" y="11769"/>
                  <a:pt x="4597" y="10111"/>
                </a:cubicBezTo>
                <a:close/>
                <a:moveTo>
                  <a:pt x="2971" y="918"/>
                </a:moveTo>
                <a:lnTo>
                  <a:pt x="2971" y="6926"/>
                </a:lnTo>
                <a:cubicBezTo>
                  <a:pt x="2971" y="6926"/>
                  <a:pt x="2971" y="6926"/>
                  <a:pt x="3980" y="6926"/>
                </a:cubicBezTo>
                <a:cubicBezTo>
                  <a:pt x="4430" y="6926"/>
                  <a:pt x="4695" y="6878"/>
                  <a:pt x="4903" y="6708"/>
                </a:cubicBezTo>
                <a:cubicBezTo>
                  <a:pt x="5220" y="6447"/>
                  <a:pt x="5249" y="5917"/>
                  <a:pt x="5249" y="4849"/>
                </a:cubicBezTo>
                <a:cubicBezTo>
                  <a:pt x="5249" y="4849"/>
                  <a:pt x="5249" y="4849"/>
                  <a:pt x="5249" y="2990"/>
                </a:cubicBezTo>
                <a:cubicBezTo>
                  <a:pt x="5249" y="1926"/>
                  <a:pt x="5220" y="1396"/>
                  <a:pt x="4903" y="1135"/>
                </a:cubicBezTo>
                <a:cubicBezTo>
                  <a:pt x="4695" y="965"/>
                  <a:pt x="4430" y="918"/>
                  <a:pt x="3980" y="918"/>
                </a:cubicBezTo>
                <a:cubicBezTo>
                  <a:pt x="3980" y="918"/>
                  <a:pt x="3980" y="918"/>
                  <a:pt x="2971" y="918"/>
                </a:cubicBezTo>
                <a:close/>
                <a:moveTo>
                  <a:pt x="8068" y="0"/>
                </a:moveTo>
                <a:cubicBezTo>
                  <a:pt x="8068" y="0"/>
                  <a:pt x="8068" y="0"/>
                  <a:pt x="13456" y="0"/>
                </a:cubicBezTo>
                <a:cubicBezTo>
                  <a:pt x="13542" y="0"/>
                  <a:pt x="13594" y="16"/>
                  <a:pt x="13635" y="44"/>
                </a:cubicBezTo>
                <a:cubicBezTo>
                  <a:pt x="13669" y="67"/>
                  <a:pt x="13698" y="103"/>
                  <a:pt x="13698" y="162"/>
                </a:cubicBezTo>
                <a:cubicBezTo>
                  <a:pt x="13698" y="162"/>
                  <a:pt x="13698" y="162"/>
                  <a:pt x="13698" y="827"/>
                </a:cubicBezTo>
                <a:cubicBezTo>
                  <a:pt x="13698" y="886"/>
                  <a:pt x="13669" y="922"/>
                  <a:pt x="13635" y="945"/>
                </a:cubicBezTo>
                <a:cubicBezTo>
                  <a:pt x="13594" y="973"/>
                  <a:pt x="13542" y="989"/>
                  <a:pt x="13456" y="989"/>
                </a:cubicBezTo>
                <a:cubicBezTo>
                  <a:pt x="13456" y="989"/>
                  <a:pt x="13456" y="989"/>
                  <a:pt x="11731" y="989"/>
                </a:cubicBezTo>
                <a:cubicBezTo>
                  <a:pt x="11731" y="989"/>
                  <a:pt x="11731" y="989"/>
                  <a:pt x="11731" y="7681"/>
                </a:cubicBezTo>
                <a:cubicBezTo>
                  <a:pt x="11731" y="7740"/>
                  <a:pt x="11708" y="7776"/>
                  <a:pt x="11667" y="7800"/>
                </a:cubicBezTo>
                <a:cubicBezTo>
                  <a:pt x="11633" y="7827"/>
                  <a:pt x="11581" y="7843"/>
                  <a:pt x="11494" y="7843"/>
                </a:cubicBezTo>
                <a:cubicBezTo>
                  <a:pt x="11494" y="7843"/>
                  <a:pt x="11494" y="7843"/>
                  <a:pt x="10029" y="7843"/>
                </a:cubicBezTo>
                <a:cubicBezTo>
                  <a:pt x="9943" y="7843"/>
                  <a:pt x="9891" y="7827"/>
                  <a:pt x="9850" y="7800"/>
                </a:cubicBezTo>
                <a:cubicBezTo>
                  <a:pt x="9810" y="7776"/>
                  <a:pt x="9787" y="7740"/>
                  <a:pt x="9787" y="7681"/>
                </a:cubicBezTo>
                <a:cubicBezTo>
                  <a:pt x="9787" y="7681"/>
                  <a:pt x="9787" y="7681"/>
                  <a:pt x="9787" y="989"/>
                </a:cubicBezTo>
                <a:cubicBezTo>
                  <a:pt x="9787" y="989"/>
                  <a:pt x="9787" y="989"/>
                  <a:pt x="8068" y="989"/>
                </a:cubicBezTo>
                <a:cubicBezTo>
                  <a:pt x="7981" y="989"/>
                  <a:pt x="7929" y="973"/>
                  <a:pt x="7889" y="945"/>
                </a:cubicBezTo>
                <a:cubicBezTo>
                  <a:pt x="7849" y="922"/>
                  <a:pt x="7825" y="886"/>
                  <a:pt x="7825" y="827"/>
                </a:cubicBezTo>
                <a:cubicBezTo>
                  <a:pt x="7825" y="827"/>
                  <a:pt x="7825" y="827"/>
                  <a:pt x="7825" y="162"/>
                </a:cubicBezTo>
                <a:cubicBezTo>
                  <a:pt x="7825" y="103"/>
                  <a:pt x="7849" y="67"/>
                  <a:pt x="7889" y="44"/>
                </a:cubicBezTo>
                <a:cubicBezTo>
                  <a:pt x="7929" y="16"/>
                  <a:pt x="7981" y="0"/>
                  <a:pt x="8068" y="0"/>
                </a:cubicBezTo>
                <a:close/>
                <a:moveTo>
                  <a:pt x="1390" y="0"/>
                </a:moveTo>
                <a:cubicBezTo>
                  <a:pt x="1390" y="0"/>
                  <a:pt x="1390" y="0"/>
                  <a:pt x="4257" y="0"/>
                </a:cubicBezTo>
                <a:cubicBezTo>
                  <a:pt x="5370" y="0"/>
                  <a:pt x="6051" y="174"/>
                  <a:pt x="6466" y="538"/>
                </a:cubicBezTo>
                <a:cubicBezTo>
                  <a:pt x="7072" y="1036"/>
                  <a:pt x="7089" y="1843"/>
                  <a:pt x="7089" y="3077"/>
                </a:cubicBezTo>
                <a:cubicBezTo>
                  <a:pt x="7089" y="3077"/>
                  <a:pt x="7089" y="3077"/>
                  <a:pt x="7089" y="4766"/>
                </a:cubicBezTo>
                <a:cubicBezTo>
                  <a:pt x="7089" y="6000"/>
                  <a:pt x="7072" y="6807"/>
                  <a:pt x="6466" y="7305"/>
                </a:cubicBezTo>
                <a:cubicBezTo>
                  <a:pt x="6051" y="7669"/>
                  <a:pt x="5370" y="7843"/>
                  <a:pt x="4257" y="7843"/>
                </a:cubicBezTo>
                <a:cubicBezTo>
                  <a:pt x="4257" y="7843"/>
                  <a:pt x="4257" y="7843"/>
                  <a:pt x="1390" y="7843"/>
                </a:cubicBezTo>
                <a:cubicBezTo>
                  <a:pt x="1304" y="7843"/>
                  <a:pt x="1252" y="7827"/>
                  <a:pt x="1217" y="7800"/>
                </a:cubicBezTo>
                <a:cubicBezTo>
                  <a:pt x="1177" y="7776"/>
                  <a:pt x="1154" y="7740"/>
                  <a:pt x="1154" y="7681"/>
                </a:cubicBezTo>
                <a:cubicBezTo>
                  <a:pt x="1154" y="7681"/>
                  <a:pt x="1154" y="7681"/>
                  <a:pt x="1154" y="162"/>
                </a:cubicBezTo>
                <a:cubicBezTo>
                  <a:pt x="1154" y="103"/>
                  <a:pt x="1177" y="67"/>
                  <a:pt x="1217" y="44"/>
                </a:cubicBezTo>
                <a:cubicBezTo>
                  <a:pt x="1252" y="16"/>
                  <a:pt x="1304" y="0"/>
                  <a:pt x="1390" y="0"/>
                </a:cubicBezTo>
                <a:close/>
                <a:moveTo>
                  <a:pt x="14706" y="0"/>
                </a:moveTo>
                <a:cubicBezTo>
                  <a:pt x="14706" y="0"/>
                  <a:pt x="14706" y="0"/>
                  <a:pt x="16045" y="0"/>
                </a:cubicBezTo>
                <a:cubicBezTo>
                  <a:pt x="16131" y="0"/>
                  <a:pt x="16183" y="16"/>
                  <a:pt x="16224" y="44"/>
                </a:cubicBezTo>
                <a:cubicBezTo>
                  <a:pt x="16264" y="67"/>
                  <a:pt x="16287" y="103"/>
                  <a:pt x="16287" y="162"/>
                </a:cubicBezTo>
                <a:cubicBezTo>
                  <a:pt x="16287" y="162"/>
                  <a:pt x="16287" y="162"/>
                  <a:pt x="16287" y="5712"/>
                </a:cubicBezTo>
                <a:cubicBezTo>
                  <a:pt x="16287" y="6314"/>
                  <a:pt x="16368" y="6646"/>
                  <a:pt x="16627" y="6844"/>
                </a:cubicBezTo>
                <a:cubicBezTo>
                  <a:pt x="16818" y="6990"/>
                  <a:pt x="17072" y="7053"/>
                  <a:pt x="17406" y="7053"/>
                </a:cubicBezTo>
                <a:cubicBezTo>
                  <a:pt x="17776" y="7053"/>
                  <a:pt x="18041" y="6982"/>
                  <a:pt x="18226" y="6844"/>
                </a:cubicBezTo>
                <a:cubicBezTo>
                  <a:pt x="18503" y="6638"/>
                  <a:pt x="18566" y="6294"/>
                  <a:pt x="18566" y="5712"/>
                </a:cubicBezTo>
                <a:cubicBezTo>
                  <a:pt x="18566" y="5712"/>
                  <a:pt x="18566" y="5712"/>
                  <a:pt x="18566" y="162"/>
                </a:cubicBezTo>
                <a:cubicBezTo>
                  <a:pt x="18566" y="103"/>
                  <a:pt x="18589" y="67"/>
                  <a:pt x="18630" y="44"/>
                </a:cubicBezTo>
                <a:cubicBezTo>
                  <a:pt x="18664" y="16"/>
                  <a:pt x="18722" y="0"/>
                  <a:pt x="18803" y="0"/>
                </a:cubicBezTo>
                <a:cubicBezTo>
                  <a:pt x="18803" y="0"/>
                  <a:pt x="18803" y="0"/>
                  <a:pt x="20147" y="0"/>
                </a:cubicBezTo>
                <a:cubicBezTo>
                  <a:pt x="20234" y="0"/>
                  <a:pt x="20286" y="16"/>
                  <a:pt x="20320" y="44"/>
                </a:cubicBezTo>
                <a:cubicBezTo>
                  <a:pt x="20361" y="67"/>
                  <a:pt x="20384" y="103"/>
                  <a:pt x="20384" y="162"/>
                </a:cubicBezTo>
                <a:cubicBezTo>
                  <a:pt x="20384" y="162"/>
                  <a:pt x="20384" y="162"/>
                  <a:pt x="20384" y="5716"/>
                </a:cubicBezTo>
                <a:cubicBezTo>
                  <a:pt x="20384" y="6464"/>
                  <a:pt x="20257" y="6962"/>
                  <a:pt x="19732" y="7382"/>
                </a:cubicBezTo>
                <a:cubicBezTo>
                  <a:pt x="19287" y="7738"/>
                  <a:pt x="18560" y="7943"/>
                  <a:pt x="17430" y="7943"/>
                </a:cubicBezTo>
                <a:cubicBezTo>
                  <a:pt x="16316" y="7943"/>
                  <a:pt x="15583" y="7750"/>
                  <a:pt x="15093" y="7382"/>
                </a:cubicBezTo>
                <a:cubicBezTo>
                  <a:pt x="14625" y="7030"/>
                  <a:pt x="14469" y="6523"/>
                  <a:pt x="14469" y="5716"/>
                </a:cubicBezTo>
                <a:cubicBezTo>
                  <a:pt x="14469" y="5716"/>
                  <a:pt x="14469" y="5716"/>
                  <a:pt x="14469" y="162"/>
                </a:cubicBezTo>
                <a:cubicBezTo>
                  <a:pt x="14469" y="103"/>
                  <a:pt x="14493" y="67"/>
                  <a:pt x="14527" y="44"/>
                </a:cubicBezTo>
                <a:cubicBezTo>
                  <a:pt x="14568" y="16"/>
                  <a:pt x="14620" y="0"/>
                  <a:pt x="14706" y="0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6799" tIns="46799" rIns="46799" bIns="46799"/>
          <a:lstStyle/>
          <a:p>
            <a:pPr>
              <a:defRPr>
                <a:latin typeface="Verdana"/>
                <a:ea typeface="Verdana"/>
                <a:cs typeface="Verdana"/>
                <a:sym typeface="Verdana"/>
              </a:defRPr>
            </a:pPr>
          </a:p>
        </p:txBody>
      </p:sp>
      <p:sp>
        <p:nvSpPr>
          <p:cNvPr id="71" name="Bottom bar"/>
          <p:cNvSpPr/>
          <p:nvPr/>
        </p:nvSpPr>
        <p:spPr>
          <a:xfrm>
            <a:off x="0" y="6541199"/>
            <a:ext cx="12193200" cy="31680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6799" tIns="46799" rIns="46799" bIns="46799" anchor="ctr"/>
          <a:lstStyle/>
          <a:p>
            <a:pPr algn="ctr">
              <a:spcBef>
                <a:spcPts val="400"/>
              </a:spcBef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2" name="Top bar"/>
          <p:cNvSpPr/>
          <p:nvPr/>
        </p:nvSpPr>
        <p:spPr>
          <a:xfrm>
            <a:off x="0" y="-1"/>
            <a:ext cx="12193200" cy="50402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6799" tIns="46799" rIns="46799" bIns="46799" anchor="ctr"/>
          <a:lstStyle/>
          <a:p>
            <a:pPr algn="ctr">
              <a:spcBef>
                <a:spcPts val="400"/>
              </a:spcBef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3" name="Title Text"/>
          <p:cNvSpPr txBox="1"/>
          <p:nvPr>
            <p:ph type="title"/>
          </p:nvPr>
        </p:nvSpPr>
        <p:spPr>
          <a:xfrm>
            <a:off x="1774725" y="426126"/>
            <a:ext cx="9312376" cy="972718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74" name="Body Level One…"/>
          <p:cNvSpPr txBox="1"/>
          <p:nvPr>
            <p:ph type="body" sz="half" idx="1"/>
          </p:nvPr>
        </p:nvSpPr>
        <p:spPr>
          <a:xfrm>
            <a:off x="1774800" y="1706398"/>
            <a:ext cx="4410177" cy="4546801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76" name="ESS.png" descr="ESS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30250" y="252000"/>
            <a:ext cx="1138321" cy="612001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89" name="Group"/>
          <p:cNvGrpSpPr/>
          <p:nvPr/>
        </p:nvGrpSpPr>
        <p:grpSpPr>
          <a:xfrm>
            <a:off x="17068" y="935881"/>
            <a:ext cx="1506786" cy="5584238"/>
            <a:chOff x="0" y="0"/>
            <a:chExt cx="1506784" cy="5584236"/>
          </a:xfrm>
        </p:grpSpPr>
        <p:pic>
          <p:nvPicPr>
            <p:cNvPr id="77" name="Image" descr="Image"/>
            <p:cNvPicPr>
              <a:picLocks noChangeAspect="1"/>
            </p:cNvPicPr>
            <p:nvPr/>
          </p:nvPicPr>
          <p:blipFill>
            <a:blip r:embed="rId3">
              <a:extLst/>
            </a:blip>
            <a:srcRect l="0" t="0" r="0" b="0"/>
            <a:stretch>
              <a:fillRect/>
            </a:stretch>
          </p:blipFill>
          <p:spPr>
            <a:xfrm>
              <a:off x="0" y="0"/>
              <a:ext cx="1506785" cy="558423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78" name="Rectangle"/>
            <p:cNvSpPr/>
            <p:nvPr/>
          </p:nvSpPr>
          <p:spPr>
            <a:xfrm>
              <a:off x="26491" y="29555"/>
              <a:ext cx="1453952" cy="791704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6799" tIns="46799" rIns="46799" bIns="46799" numCol="1" anchor="ctr">
              <a:noAutofit/>
            </a:bodyPr>
            <a:lstStyle/>
            <a:p>
              <a:pPr/>
            </a:p>
          </p:txBody>
        </p:sp>
        <p:grpSp>
          <p:nvGrpSpPr>
            <p:cNvPr id="87" name="Group"/>
            <p:cNvGrpSpPr/>
            <p:nvPr/>
          </p:nvGrpSpPr>
          <p:grpSpPr>
            <a:xfrm>
              <a:off x="161144" y="50051"/>
              <a:ext cx="1271028" cy="5510910"/>
              <a:chOff x="0" y="0"/>
              <a:chExt cx="1271027" cy="5510908"/>
            </a:xfrm>
          </p:grpSpPr>
          <p:grpSp>
            <p:nvGrpSpPr>
              <p:cNvPr id="85" name="Group"/>
              <p:cNvGrpSpPr/>
              <p:nvPr/>
            </p:nvGrpSpPr>
            <p:grpSpPr>
              <a:xfrm>
                <a:off x="545266" y="-1"/>
                <a:ext cx="725762" cy="757651"/>
                <a:chOff x="0" y="0"/>
                <a:chExt cx="725761" cy="757649"/>
              </a:xfrm>
            </p:grpSpPr>
            <p:sp>
              <p:nvSpPr>
                <p:cNvPr id="79" name="Logo color"/>
                <p:cNvSpPr/>
                <p:nvPr/>
              </p:nvSpPr>
              <p:spPr>
                <a:xfrm>
                  <a:off x="2507" y="452770"/>
                  <a:ext cx="117009" cy="170656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4597" y="18293"/>
                      </a:moveTo>
                      <a:cubicBezTo>
                        <a:pt x="10549" y="19881"/>
                        <a:pt x="11051" y="19881"/>
                        <a:pt x="17003" y="18293"/>
                      </a:cubicBezTo>
                      <a:cubicBezTo>
                        <a:pt x="17003" y="18293"/>
                        <a:pt x="17003" y="18293"/>
                        <a:pt x="21600" y="19949"/>
                      </a:cubicBezTo>
                      <a:cubicBezTo>
                        <a:pt x="21600" y="19949"/>
                        <a:pt x="21600" y="19949"/>
                        <a:pt x="17003" y="21600"/>
                      </a:cubicBezTo>
                      <a:cubicBezTo>
                        <a:pt x="11051" y="20016"/>
                        <a:pt x="10549" y="20016"/>
                        <a:pt x="4597" y="21600"/>
                      </a:cubicBezTo>
                      <a:cubicBezTo>
                        <a:pt x="4597" y="21600"/>
                        <a:pt x="4597" y="21600"/>
                        <a:pt x="0" y="19949"/>
                      </a:cubicBezTo>
                      <a:cubicBezTo>
                        <a:pt x="0" y="19949"/>
                        <a:pt x="0" y="19949"/>
                        <a:pt x="4597" y="18293"/>
                      </a:cubicBezTo>
                      <a:close/>
                      <a:moveTo>
                        <a:pt x="4597" y="14200"/>
                      </a:moveTo>
                      <a:cubicBezTo>
                        <a:pt x="10549" y="15790"/>
                        <a:pt x="11051" y="15790"/>
                        <a:pt x="17003" y="14200"/>
                      </a:cubicBezTo>
                      <a:cubicBezTo>
                        <a:pt x="17003" y="14200"/>
                        <a:pt x="17003" y="14200"/>
                        <a:pt x="21600" y="15858"/>
                      </a:cubicBezTo>
                      <a:cubicBezTo>
                        <a:pt x="21600" y="15858"/>
                        <a:pt x="21600" y="15858"/>
                        <a:pt x="17003" y="17512"/>
                      </a:cubicBezTo>
                      <a:cubicBezTo>
                        <a:pt x="11051" y="15925"/>
                        <a:pt x="10549" y="15925"/>
                        <a:pt x="4597" y="17512"/>
                      </a:cubicBezTo>
                      <a:cubicBezTo>
                        <a:pt x="4597" y="17512"/>
                        <a:pt x="4597" y="17512"/>
                        <a:pt x="0" y="15858"/>
                      </a:cubicBezTo>
                      <a:cubicBezTo>
                        <a:pt x="0" y="15858"/>
                        <a:pt x="0" y="15858"/>
                        <a:pt x="4597" y="14200"/>
                      </a:cubicBezTo>
                      <a:close/>
                      <a:moveTo>
                        <a:pt x="4597" y="10111"/>
                      </a:moveTo>
                      <a:cubicBezTo>
                        <a:pt x="10549" y="11702"/>
                        <a:pt x="11051" y="11702"/>
                        <a:pt x="17003" y="10111"/>
                      </a:cubicBezTo>
                      <a:cubicBezTo>
                        <a:pt x="17003" y="10111"/>
                        <a:pt x="17003" y="10111"/>
                        <a:pt x="21600" y="11769"/>
                      </a:cubicBezTo>
                      <a:cubicBezTo>
                        <a:pt x="21600" y="11769"/>
                        <a:pt x="21600" y="11769"/>
                        <a:pt x="17003" y="13423"/>
                      </a:cubicBezTo>
                      <a:cubicBezTo>
                        <a:pt x="11051" y="11837"/>
                        <a:pt x="10549" y="11837"/>
                        <a:pt x="4597" y="13423"/>
                      </a:cubicBezTo>
                      <a:cubicBezTo>
                        <a:pt x="4597" y="13423"/>
                        <a:pt x="4597" y="13423"/>
                        <a:pt x="0" y="11769"/>
                      </a:cubicBezTo>
                      <a:cubicBezTo>
                        <a:pt x="0" y="11769"/>
                        <a:pt x="0" y="11769"/>
                        <a:pt x="4597" y="10111"/>
                      </a:cubicBezTo>
                      <a:close/>
                      <a:moveTo>
                        <a:pt x="2971" y="918"/>
                      </a:moveTo>
                      <a:lnTo>
                        <a:pt x="2971" y="6926"/>
                      </a:lnTo>
                      <a:cubicBezTo>
                        <a:pt x="2971" y="6926"/>
                        <a:pt x="2971" y="6926"/>
                        <a:pt x="3980" y="6926"/>
                      </a:cubicBezTo>
                      <a:cubicBezTo>
                        <a:pt x="4430" y="6926"/>
                        <a:pt x="4695" y="6878"/>
                        <a:pt x="4903" y="6708"/>
                      </a:cubicBezTo>
                      <a:cubicBezTo>
                        <a:pt x="5220" y="6447"/>
                        <a:pt x="5249" y="5917"/>
                        <a:pt x="5249" y="4849"/>
                      </a:cubicBezTo>
                      <a:cubicBezTo>
                        <a:pt x="5249" y="4849"/>
                        <a:pt x="5249" y="4849"/>
                        <a:pt x="5249" y="2990"/>
                      </a:cubicBezTo>
                      <a:cubicBezTo>
                        <a:pt x="5249" y="1926"/>
                        <a:pt x="5220" y="1396"/>
                        <a:pt x="4903" y="1135"/>
                      </a:cubicBezTo>
                      <a:cubicBezTo>
                        <a:pt x="4695" y="965"/>
                        <a:pt x="4430" y="918"/>
                        <a:pt x="3980" y="918"/>
                      </a:cubicBezTo>
                      <a:cubicBezTo>
                        <a:pt x="3980" y="918"/>
                        <a:pt x="3980" y="918"/>
                        <a:pt x="2971" y="918"/>
                      </a:cubicBezTo>
                      <a:close/>
                      <a:moveTo>
                        <a:pt x="8068" y="0"/>
                      </a:moveTo>
                      <a:cubicBezTo>
                        <a:pt x="8068" y="0"/>
                        <a:pt x="8068" y="0"/>
                        <a:pt x="13456" y="0"/>
                      </a:cubicBezTo>
                      <a:cubicBezTo>
                        <a:pt x="13542" y="0"/>
                        <a:pt x="13594" y="16"/>
                        <a:pt x="13635" y="44"/>
                      </a:cubicBezTo>
                      <a:cubicBezTo>
                        <a:pt x="13669" y="67"/>
                        <a:pt x="13698" y="103"/>
                        <a:pt x="13698" y="162"/>
                      </a:cubicBezTo>
                      <a:cubicBezTo>
                        <a:pt x="13698" y="162"/>
                        <a:pt x="13698" y="162"/>
                        <a:pt x="13698" y="827"/>
                      </a:cubicBezTo>
                      <a:cubicBezTo>
                        <a:pt x="13698" y="886"/>
                        <a:pt x="13669" y="922"/>
                        <a:pt x="13635" y="945"/>
                      </a:cubicBezTo>
                      <a:cubicBezTo>
                        <a:pt x="13594" y="973"/>
                        <a:pt x="13542" y="989"/>
                        <a:pt x="13456" y="989"/>
                      </a:cubicBezTo>
                      <a:cubicBezTo>
                        <a:pt x="13456" y="989"/>
                        <a:pt x="13456" y="989"/>
                        <a:pt x="11731" y="989"/>
                      </a:cubicBezTo>
                      <a:cubicBezTo>
                        <a:pt x="11731" y="989"/>
                        <a:pt x="11731" y="989"/>
                        <a:pt x="11731" y="7681"/>
                      </a:cubicBezTo>
                      <a:cubicBezTo>
                        <a:pt x="11731" y="7740"/>
                        <a:pt x="11708" y="7776"/>
                        <a:pt x="11667" y="7800"/>
                      </a:cubicBezTo>
                      <a:cubicBezTo>
                        <a:pt x="11633" y="7827"/>
                        <a:pt x="11581" y="7843"/>
                        <a:pt x="11494" y="7843"/>
                      </a:cubicBezTo>
                      <a:cubicBezTo>
                        <a:pt x="11494" y="7843"/>
                        <a:pt x="11494" y="7843"/>
                        <a:pt x="10029" y="7843"/>
                      </a:cubicBezTo>
                      <a:cubicBezTo>
                        <a:pt x="9943" y="7843"/>
                        <a:pt x="9891" y="7827"/>
                        <a:pt x="9850" y="7800"/>
                      </a:cubicBezTo>
                      <a:cubicBezTo>
                        <a:pt x="9810" y="7776"/>
                        <a:pt x="9787" y="7740"/>
                        <a:pt x="9787" y="7681"/>
                      </a:cubicBezTo>
                      <a:cubicBezTo>
                        <a:pt x="9787" y="7681"/>
                        <a:pt x="9787" y="7681"/>
                        <a:pt x="9787" y="989"/>
                      </a:cubicBezTo>
                      <a:cubicBezTo>
                        <a:pt x="9787" y="989"/>
                        <a:pt x="9787" y="989"/>
                        <a:pt x="8068" y="989"/>
                      </a:cubicBezTo>
                      <a:cubicBezTo>
                        <a:pt x="7981" y="989"/>
                        <a:pt x="7929" y="973"/>
                        <a:pt x="7889" y="945"/>
                      </a:cubicBezTo>
                      <a:cubicBezTo>
                        <a:pt x="7849" y="922"/>
                        <a:pt x="7825" y="886"/>
                        <a:pt x="7825" y="827"/>
                      </a:cubicBezTo>
                      <a:cubicBezTo>
                        <a:pt x="7825" y="827"/>
                        <a:pt x="7825" y="827"/>
                        <a:pt x="7825" y="162"/>
                      </a:cubicBezTo>
                      <a:cubicBezTo>
                        <a:pt x="7825" y="103"/>
                        <a:pt x="7849" y="67"/>
                        <a:pt x="7889" y="44"/>
                      </a:cubicBezTo>
                      <a:cubicBezTo>
                        <a:pt x="7929" y="16"/>
                        <a:pt x="7981" y="0"/>
                        <a:pt x="8068" y="0"/>
                      </a:cubicBezTo>
                      <a:close/>
                      <a:moveTo>
                        <a:pt x="1390" y="0"/>
                      </a:moveTo>
                      <a:cubicBezTo>
                        <a:pt x="1390" y="0"/>
                        <a:pt x="1390" y="0"/>
                        <a:pt x="4257" y="0"/>
                      </a:cubicBezTo>
                      <a:cubicBezTo>
                        <a:pt x="5370" y="0"/>
                        <a:pt x="6051" y="174"/>
                        <a:pt x="6466" y="538"/>
                      </a:cubicBezTo>
                      <a:cubicBezTo>
                        <a:pt x="7072" y="1036"/>
                        <a:pt x="7089" y="1843"/>
                        <a:pt x="7089" y="3077"/>
                      </a:cubicBezTo>
                      <a:cubicBezTo>
                        <a:pt x="7089" y="3077"/>
                        <a:pt x="7089" y="3077"/>
                        <a:pt x="7089" y="4766"/>
                      </a:cubicBezTo>
                      <a:cubicBezTo>
                        <a:pt x="7089" y="6000"/>
                        <a:pt x="7072" y="6807"/>
                        <a:pt x="6466" y="7305"/>
                      </a:cubicBezTo>
                      <a:cubicBezTo>
                        <a:pt x="6051" y="7669"/>
                        <a:pt x="5370" y="7843"/>
                        <a:pt x="4257" y="7843"/>
                      </a:cubicBezTo>
                      <a:cubicBezTo>
                        <a:pt x="4257" y="7843"/>
                        <a:pt x="4257" y="7843"/>
                        <a:pt x="1390" y="7843"/>
                      </a:cubicBezTo>
                      <a:cubicBezTo>
                        <a:pt x="1304" y="7843"/>
                        <a:pt x="1252" y="7827"/>
                        <a:pt x="1217" y="7800"/>
                      </a:cubicBezTo>
                      <a:cubicBezTo>
                        <a:pt x="1177" y="7776"/>
                        <a:pt x="1154" y="7740"/>
                        <a:pt x="1154" y="7681"/>
                      </a:cubicBezTo>
                      <a:cubicBezTo>
                        <a:pt x="1154" y="7681"/>
                        <a:pt x="1154" y="7681"/>
                        <a:pt x="1154" y="162"/>
                      </a:cubicBezTo>
                      <a:cubicBezTo>
                        <a:pt x="1154" y="103"/>
                        <a:pt x="1177" y="67"/>
                        <a:pt x="1217" y="44"/>
                      </a:cubicBezTo>
                      <a:cubicBezTo>
                        <a:pt x="1252" y="16"/>
                        <a:pt x="1304" y="0"/>
                        <a:pt x="1390" y="0"/>
                      </a:cubicBezTo>
                      <a:close/>
                      <a:moveTo>
                        <a:pt x="14706" y="0"/>
                      </a:moveTo>
                      <a:cubicBezTo>
                        <a:pt x="14706" y="0"/>
                        <a:pt x="14706" y="0"/>
                        <a:pt x="16045" y="0"/>
                      </a:cubicBezTo>
                      <a:cubicBezTo>
                        <a:pt x="16131" y="0"/>
                        <a:pt x="16183" y="16"/>
                        <a:pt x="16224" y="44"/>
                      </a:cubicBezTo>
                      <a:cubicBezTo>
                        <a:pt x="16264" y="67"/>
                        <a:pt x="16287" y="103"/>
                        <a:pt x="16287" y="162"/>
                      </a:cubicBezTo>
                      <a:cubicBezTo>
                        <a:pt x="16287" y="162"/>
                        <a:pt x="16287" y="162"/>
                        <a:pt x="16287" y="5712"/>
                      </a:cubicBezTo>
                      <a:cubicBezTo>
                        <a:pt x="16287" y="6314"/>
                        <a:pt x="16368" y="6646"/>
                        <a:pt x="16627" y="6844"/>
                      </a:cubicBezTo>
                      <a:cubicBezTo>
                        <a:pt x="16818" y="6990"/>
                        <a:pt x="17072" y="7053"/>
                        <a:pt x="17406" y="7053"/>
                      </a:cubicBezTo>
                      <a:cubicBezTo>
                        <a:pt x="17776" y="7053"/>
                        <a:pt x="18041" y="6982"/>
                        <a:pt x="18226" y="6844"/>
                      </a:cubicBezTo>
                      <a:cubicBezTo>
                        <a:pt x="18503" y="6638"/>
                        <a:pt x="18566" y="6294"/>
                        <a:pt x="18566" y="5712"/>
                      </a:cubicBezTo>
                      <a:cubicBezTo>
                        <a:pt x="18566" y="5712"/>
                        <a:pt x="18566" y="5712"/>
                        <a:pt x="18566" y="162"/>
                      </a:cubicBezTo>
                      <a:cubicBezTo>
                        <a:pt x="18566" y="103"/>
                        <a:pt x="18589" y="67"/>
                        <a:pt x="18630" y="44"/>
                      </a:cubicBezTo>
                      <a:cubicBezTo>
                        <a:pt x="18664" y="16"/>
                        <a:pt x="18722" y="0"/>
                        <a:pt x="18803" y="0"/>
                      </a:cubicBezTo>
                      <a:cubicBezTo>
                        <a:pt x="18803" y="0"/>
                        <a:pt x="18803" y="0"/>
                        <a:pt x="20147" y="0"/>
                      </a:cubicBezTo>
                      <a:cubicBezTo>
                        <a:pt x="20234" y="0"/>
                        <a:pt x="20286" y="16"/>
                        <a:pt x="20320" y="44"/>
                      </a:cubicBezTo>
                      <a:cubicBezTo>
                        <a:pt x="20361" y="67"/>
                        <a:pt x="20384" y="103"/>
                        <a:pt x="20384" y="162"/>
                      </a:cubicBezTo>
                      <a:cubicBezTo>
                        <a:pt x="20384" y="162"/>
                        <a:pt x="20384" y="162"/>
                        <a:pt x="20384" y="5716"/>
                      </a:cubicBezTo>
                      <a:cubicBezTo>
                        <a:pt x="20384" y="6464"/>
                        <a:pt x="20257" y="6962"/>
                        <a:pt x="19732" y="7382"/>
                      </a:cubicBezTo>
                      <a:cubicBezTo>
                        <a:pt x="19287" y="7738"/>
                        <a:pt x="18560" y="7943"/>
                        <a:pt x="17430" y="7943"/>
                      </a:cubicBezTo>
                      <a:cubicBezTo>
                        <a:pt x="16316" y="7943"/>
                        <a:pt x="15583" y="7750"/>
                        <a:pt x="15093" y="7382"/>
                      </a:cubicBezTo>
                      <a:cubicBezTo>
                        <a:pt x="14625" y="7030"/>
                        <a:pt x="14469" y="6523"/>
                        <a:pt x="14469" y="5716"/>
                      </a:cubicBezTo>
                      <a:cubicBezTo>
                        <a:pt x="14469" y="5716"/>
                        <a:pt x="14469" y="5716"/>
                        <a:pt x="14469" y="162"/>
                      </a:cubicBezTo>
                      <a:cubicBezTo>
                        <a:pt x="14469" y="103"/>
                        <a:pt x="14493" y="67"/>
                        <a:pt x="14527" y="44"/>
                      </a:cubicBezTo>
                      <a:cubicBezTo>
                        <a:pt x="14568" y="16"/>
                        <a:pt x="14620" y="0"/>
                        <a:pt x="14706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6799" tIns="46799" rIns="46799" bIns="46799" numCol="1" anchor="t">
                  <a:noAutofit/>
                </a:bodyPr>
                <a:lstStyle/>
                <a:p>
                  <a:pPr>
                    <a:defRPr>
                      <a:latin typeface="Verdana"/>
                      <a:ea typeface="Verdana"/>
                      <a:cs typeface="Verdana"/>
                      <a:sym typeface="Verdana"/>
                    </a:defRPr>
                  </a:pPr>
                </a:p>
              </p:txBody>
            </p:sp>
            <p:pic>
              <p:nvPicPr>
                <p:cNvPr id="80" name="logoill.pdf" descr="logoill.pdf"/>
                <p:cNvPicPr>
                  <a:picLocks noChangeAspect="0"/>
                </p:cNvPicPr>
                <p:nvPr/>
              </p:nvPicPr>
              <p:blipFill>
                <a:blip r:embed="rId4">
                  <a:extLst/>
                </a:blip>
                <a:stretch>
                  <a:fillRect/>
                </a:stretch>
              </p:blipFill>
              <p:spPr>
                <a:xfrm>
                  <a:off x="486613" y="459579"/>
                  <a:ext cx="164286" cy="157037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81" name="mcstas-logo.pdf" descr="mcstas-logo.pdf"/>
                <p:cNvPicPr>
                  <a:picLocks noChangeAspect="0"/>
                </p:cNvPicPr>
                <p:nvPr/>
              </p:nvPicPr>
              <p:blipFill>
                <a:blip r:embed="rId5">
                  <a:extLst/>
                </a:blip>
                <a:srcRect l="0" t="0" r="0" b="0"/>
                <a:stretch>
                  <a:fillRect/>
                </a:stretch>
              </p:blipFill>
              <p:spPr>
                <a:xfrm>
                  <a:off x="0" y="0"/>
                  <a:ext cx="725762" cy="426459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82" name="PSI-Logo_trans.png" descr="PSI-Logo_trans.png"/>
                <p:cNvPicPr>
                  <a:picLocks noChangeAspect="0"/>
                </p:cNvPicPr>
                <p:nvPr/>
              </p:nvPicPr>
              <p:blipFill>
                <a:blip r:embed="rId6">
                  <a:extLst/>
                </a:blip>
                <a:stretch>
                  <a:fillRect/>
                </a:stretch>
              </p:blipFill>
              <p:spPr>
                <a:xfrm>
                  <a:off x="270340" y="501170"/>
                  <a:ext cx="204490" cy="74865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83" name="ku-logo.pdf" descr="ku-logo.pdf"/>
                <p:cNvPicPr>
                  <a:picLocks noChangeAspect="0"/>
                </p:cNvPicPr>
                <p:nvPr/>
              </p:nvPicPr>
              <p:blipFill>
                <a:blip r:embed="rId7">
                  <a:extLst/>
                </a:blip>
                <a:stretch>
                  <a:fillRect/>
                </a:stretch>
              </p:blipFill>
              <p:spPr>
                <a:xfrm>
                  <a:off x="131011" y="451261"/>
                  <a:ext cx="128373" cy="174419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84" name="ESS_Logo_Frugal_Blue_cmyk.png" descr="ESS_Logo_Frugal_Blue_cmyk.png"/>
                <p:cNvPicPr>
                  <a:picLocks noChangeAspect="0"/>
                </p:cNvPicPr>
                <p:nvPr/>
              </p:nvPicPr>
              <p:blipFill>
                <a:blip r:embed="rId8">
                  <a:extLst/>
                </a:blip>
                <a:stretch>
                  <a:fillRect/>
                </a:stretch>
              </p:blipFill>
              <p:spPr>
                <a:xfrm>
                  <a:off x="214914" y="607364"/>
                  <a:ext cx="279297" cy="150286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</p:grpSp>
          <p:sp>
            <p:nvSpPr>
              <p:cNvPr id="86" name="2025 ISIS McStas School"/>
              <p:cNvSpPr txBox="1"/>
              <p:nvPr/>
            </p:nvSpPr>
            <p:spPr>
              <a:xfrm>
                <a:off x="0" y="4478221"/>
                <a:ext cx="1184497" cy="10326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0" tIns="0" rIns="0" bIns="0" numCol="1" anchor="b">
                <a:normAutofit fontScale="100000" lnSpcReduction="0"/>
              </a:bodyPr>
              <a:lstStyle/>
              <a:p>
                <a:pPr algn="ctr" defTabSz="521208">
                  <a:lnSpc>
                    <a:spcPct val="110000"/>
                  </a:lnSpc>
                  <a:spcBef>
                    <a:spcPts val="0"/>
                  </a:spcBef>
                  <a:defRPr b="1" i="1" sz="2109">
                    <a:solidFill>
                      <a:srgbClr val="FFFFFF"/>
                    </a:solidFill>
                  </a:defRPr>
                </a:pPr>
                <a:r>
                  <a:t>2025 ISIS</a:t>
                </a:r>
                <a:br/>
                <a:r>
                  <a:t>McStas School</a:t>
                </a:r>
              </a:p>
            </p:txBody>
          </p:sp>
        </p:grpSp>
        <p:pic>
          <p:nvPicPr>
            <p:cNvPr id="88" name="Image" descr="Image"/>
            <p:cNvPicPr>
              <a:picLocks noChangeAspect="1"/>
            </p:cNvPicPr>
            <p:nvPr/>
          </p:nvPicPr>
          <p:blipFill>
            <a:blip r:embed="rId9">
              <a:extLst/>
            </a:blip>
            <a:srcRect l="0" t="0" r="77004" b="0"/>
            <a:stretch>
              <a:fillRect/>
            </a:stretch>
          </p:blipFill>
          <p:spPr>
            <a:xfrm>
              <a:off x="44293" y="62025"/>
              <a:ext cx="617630" cy="61184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90" name="UserProfile.Offices.Workarea_{{DocumentLanguage}}text"/>
          <p:cNvSpPr txBox="1"/>
          <p:nvPr/>
        </p:nvSpPr>
        <p:spPr>
          <a:xfrm>
            <a:off x="1774725" y="6636099"/>
            <a:ext cx="339707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spcBef>
                <a:spcPts val="0"/>
              </a:spcBef>
              <a:defRPr b="1" sz="700">
                <a:solidFill>
                  <a:srgbClr val="FFFFFF"/>
                </a:solidFill>
              </a:defRPr>
            </a:lvl1pPr>
          </a:lstStyle>
          <a:p>
            <a:pPr/>
            <a:r>
              <a:t>2025 ISIS McStas school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ext and two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Logo color"/>
          <p:cNvSpPr/>
          <p:nvPr/>
        </p:nvSpPr>
        <p:spPr>
          <a:xfrm>
            <a:off x="252000" y="252000"/>
            <a:ext cx="419612" cy="612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4597" y="18293"/>
                </a:moveTo>
                <a:cubicBezTo>
                  <a:pt x="10549" y="19881"/>
                  <a:pt x="11051" y="19881"/>
                  <a:pt x="17003" y="18293"/>
                </a:cubicBezTo>
                <a:cubicBezTo>
                  <a:pt x="17003" y="18293"/>
                  <a:pt x="17003" y="18293"/>
                  <a:pt x="21600" y="19949"/>
                </a:cubicBezTo>
                <a:cubicBezTo>
                  <a:pt x="21600" y="19949"/>
                  <a:pt x="21600" y="19949"/>
                  <a:pt x="17003" y="21600"/>
                </a:cubicBezTo>
                <a:cubicBezTo>
                  <a:pt x="11051" y="20016"/>
                  <a:pt x="10549" y="20016"/>
                  <a:pt x="4597" y="21600"/>
                </a:cubicBezTo>
                <a:cubicBezTo>
                  <a:pt x="4597" y="21600"/>
                  <a:pt x="4597" y="21600"/>
                  <a:pt x="0" y="19949"/>
                </a:cubicBezTo>
                <a:cubicBezTo>
                  <a:pt x="0" y="19949"/>
                  <a:pt x="0" y="19949"/>
                  <a:pt x="4597" y="18293"/>
                </a:cubicBezTo>
                <a:close/>
                <a:moveTo>
                  <a:pt x="4597" y="14200"/>
                </a:moveTo>
                <a:cubicBezTo>
                  <a:pt x="10549" y="15790"/>
                  <a:pt x="11051" y="15790"/>
                  <a:pt x="17003" y="14200"/>
                </a:cubicBezTo>
                <a:cubicBezTo>
                  <a:pt x="17003" y="14200"/>
                  <a:pt x="17003" y="14200"/>
                  <a:pt x="21600" y="15858"/>
                </a:cubicBezTo>
                <a:cubicBezTo>
                  <a:pt x="21600" y="15858"/>
                  <a:pt x="21600" y="15858"/>
                  <a:pt x="17003" y="17512"/>
                </a:cubicBezTo>
                <a:cubicBezTo>
                  <a:pt x="11051" y="15925"/>
                  <a:pt x="10549" y="15925"/>
                  <a:pt x="4597" y="17512"/>
                </a:cubicBezTo>
                <a:cubicBezTo>
                  <a:pt x="4597" y="17512"/>
                  <a:pt x="4597" y="17512"/>
                  <a:pt x="0" y="15858"/>
                </a:cubicBezTo>
                <a:cubicBezTo>
                  <a:pt x="0" y="15858"/>
                  <a:pt x="0" y="15858"/>
                  <a:pt x="4597" y="14200"/>
                </a:cubicBezTo>
                <a:close/>
                <a:moveTo>
                  <a:pt x="4597" y="10111"/>
                </a:moveTo>
                <a:cubicBezTo>
                  <a:pt x="10549" y="11702"/>
                  <a:pt x="11051" y="11702"/>
                  <a:pt x="17003" y="10111"/>
                </a:cubicBezTo>
                <a:cubicBezTo>
                  <a:pt x="17003" y="10111"/>
                  <a:pt x="17003" y="10111"/>
                  <a:pt x="21600" y="11769"/>
                </a:cubicBezTo>
                <a:cubicBezTo>
                  <a:pt x="21600" y="11769"/>
                  <a:pt x="21600" y="11769"/>
                  <a:pt x="17003" y="13423"/>
                </a:cubicBezTo>
                <a:cubicBezTo>
                  <a:pt x="11051" y="11837"/>
                  <a:pt x="10549" y="11837"/>
                  <a:pt x="4597" y="13423"/>
                </a:cubicBezTo>
                <a:cubicBezTo>
                  <a:pt x="4597" y="13423"/>
                  <a:pt x="4597" y="13423"/>
                  <a:pt x="0" y="11769"/>
                </a:cubicBezTo>
                <a:cubicBezTo>
                  <a:pt x="0" y="11769"/>
                  <a:pt x="0" y="11769"/>
                  <a:pt x="4597" y="10111"/>
                </a:cubicBezTo>
                <a:close/>
                <a:moveTo>
                  <a:pt x="2971" y="918"/>
                </a:moveTo>
                <a:lnTo>
                  <a:pt x="2971" y="6926"/>
                </a:lnTo>
                <a:cubicBezTo>
                  <a:pt x="2971" y="6926"/>
                  <a:pt x="2971" y="6926"/>
                  <a:pt x="3980" y="6926"/>
                </a:cubicBezTo>
                <a:cubicBezTo>
                  <a:pt x="4430" y="6926"/>
                  <a:pt x="4695" y="6878"/>
                  <a:pt x="4903" y="6708"/>
                </a:cubicBezTo>
                <a:cubicBezTo>
                  <a:pt x="5220" y="6447"/>
                  <a:pt x="5249" y="5917"/>
                  <a:pt x="5249" y="4849"/>
                </a:cubicBezTo>
                <a:cubicBezTo>
                  <a:pt x="5249" y="4849"/>
                  <a:pt x="5249" y="4849"/>
                  <a:pt x="5249" y="2990"/>
                </a:cubicBezTo>
                <a:cubicBezTo>
                  <a:pt x="5249" y="1926"/>
                  <a:pt x="5220" y="1396"/>
                  <a:pt x="4903" y="1135"/>
                </a:cubicBezTo>
                <a:cubicBezTo>
                  <a:pt x="4695" y="965"/>
                  <a:pt x="4430" y="918"/>
                  <a:pt x="3980" y="918"/>
                </a:cubicBezTo>
                <a:cubicBezTo>
                  <a:pt x="3980" y="918"/>
                  <a:pt x="3980" y="918"/>
                  <a:pt x="2971" y="918"/>
                </a:cubicBezTo>
                <a:close/>
                <a:moveTo>
                  <a:pt x="8068" y="0"/>
                </a:moveTo>
                <a:cubicBezTo>
                  <a:pt x="8068" y="0"/>
                  <a:pt x="8068" y="0"/>
                  <a:pt x="13456" y="0"/>
                </a:cubicBezTo>
                <a:cubicBezTo>
                  <a:pt x="13542" y="0"/>
                  <a:pt x="13594" y="16"/>
                  <a:pt x="13635" y="44"/>
                </a:cubicBezTo>
                <a:cubicBezTo>
                  <a:pt x="13669" y="67"/>
                  <a:pt x="13698" y="103"/>
                  <a:pt x="13698" y="162"/>
                </a:cubicBezTo>
                <a:cubicBezTo>
                  <a:pt x="13698" y="162"/>
                  <a:pt x="13698" y="162"/>
                  <a:pt x="13698" y="827"/>
                </a:cubicBezTo>
                <a:cubicBezTo>
                  <a:pt x="13698" y="886"/>
                  <a:pt x="13669" y="922"/>
                  <a:pt x="13635" y="945"/>
                </a:cubicBezTo>
                <a:cubicBezTo>
                  <a:pt x="13594" y="973"/>
                  <a:pt x="13542" y="989"/>
                  <a:pt x="13456" y="989"/>
                </a:cubicBezTo>
                <a:cubicBezTo>
                  <a:pt x="13456" y="989"/>
                  <a:pt x="13456" y="989"/>
                  <a:pt x="11731" y="989"/>
                </a:cubicBezTo>
                <a:cubicBezTo>
                  <a:pt x="11731" y="989"/>
                  <a:pt x="11731" y="989"/>
                  <a:pt x="11731" y="7681"/>
                </a:cubicBezTo>
                <a:cubicBezTo>
                  <a:pt x="11731" y="7740"/>
                  <a:pt x="11708" y="7776"/>
                  <a:pt x="11667" y="7800"/>
                </a:cubicBezTo>
                <a:cubicBezTo>
                  <a:pt x="11633" y="7827"/>
                  <a:pt x="11581" y="7843"/>
                  <a:pt x="11494" y="7843"/>
                </a:cubicBezTo>
                <a:cubicBezTo>
                  <a:pt x="11494" y="7843"/>
                  <a:pt x="11494" y="7843"/>
                  <a:pt x="10029" y="7843"/>
                </a:cubicBezTo>
                <a:cubicBezTo>
                  <a:pt x="9943" y="7843"/>
                  <a:pt x="9891" y="7827"/>
                  <a:pt x="9850" y="7800"/>
                </a:cubicBezTo>
                <a:cubicBezTo>
                  <a:pt x="9810" y="7776"/>
                  <a:pt x="9787" y="7740"/>
                  <a:pt x="9787" y="7681"/>
                </a:cubicBezTo>
                <a:cubicBezTo>
                  <a:pt x="9787" y="7681"/>
                  <a:pt x="9787" y="7681"/>
                  <a:pt x="9787" y="989"/>
                </a:cubicBezTo>
                <a:cubicBezTo>
                  <a:pt x="9787" y="989"/>
                  <a:pt x="9787" y="989"/>
                  <a:pt x="8068" y="989"/>
                </a:cubicBezTo>
                <a:cubicBezTo>
                  <a:pt x="7981" y="989"/>
                  <a:pt x="7929" y="973"/>
                  <a:pt x="7889" y="945"/>
                </a:cubicBezTo>
                <a:cubicBezTo>
                  <a:pt x="7849" y="922"/>
                  <a:pt x="7825" y="886"/>
                  <a:pt x="7825" y="827"/>
                </a:cubicBezTo>
                <a:cubicBezTo>
                  <a:pt x="7825" y="827"/>
                  <a:pt x="7825" y="827"/>
                  <a:pt x="7825" y="162"/>
                </a:cubicBezTo>
                <a:cubicBezTo>
                  <a:pt x="7825" y="103"/>
                  <a:pt x="7849" y="67"/>
                  <a:pt x="7889" y="44"/>
                </a:cubicBezTo>
                <a:cubicBezTo>
                  <a:pt x="7929" y="16"/>
                  <a:pt x="7981" y="0"/>
                  <a:pt x="8068" y="0"/>
                </a:cubicBezTo>
                <a:close/>
                <a:moveTo>
                  <a:pt x="1390" y="0"/>
                </a:moveTo>
                <a:cubicBezTo>
                  <a:pt x="1390" y="0"/>
                  <a:pt x="1390" y="0"/>
                  <a:pt x="4257" y="0"/>
                </a:cubicBezTo>
                <a:cubicBezTo>
                  <a:pt x="5370" y="0"/>
                  <a:pt x="6051" y="174"/>
                  <a:pt x="6466" y="538"/>
                </a:cubicBezTo>
                <a:cubicBezTo>
                  <a:pt x="7072" y="1036"/>
                  <a:pt x="7089" y="1843"/>
                  <a:pt x="7089" y="3077"/>
                </a:cubicBezTo>
                <a:cubicBezTo>
                  <a:pt x="7089" y="3077"/>
                  <a:pt x="7089" y="3077"/>
                  <a:pt x="7089" y="4766"/>
                </a:cubicBezTo>
                <a:cubicBezTo>
                  <a:pt x="7089" y="6000"/>
                  <a:pt x="7072" y="6807"/>
                  <a:pt x="6466" y="7305"/>
                </a:cubicBezTo>
                <a:cubicBezTo>
                  <a:pt x="6051" y="7669"/>
                  <a:pt x="5370" y="7843"/>
                  <a:pt x="4257" y="7843"/>
                </a:cubicBezTo>
                <a:cubicBezTo>
                  <a:pt x="4257" y="7843"/>
                  <a:pt x="4257" y="7843"/>
                  <a:pt x="1390" y="7843"/>
                </a:cubicBezTo>
                <a:cubicBezTo>
                  <a:pt x="1304" y="7843"/>
                  <a:pt x="1252" y="7827"/>
                  <a:pt x="1217" y="7800"/>
                </a:cubicBezTo>
                <a:cubicBezTo>
                  <a:pt x="1177" y="7776"/>
                  <a:pt x="1154" y="7740"/>
                  <a:pt x="1154" y="7681"/>
                </a:cubicBezTo>
                <a:cubicBezTo>
                  <a:pt x="1154" y="7681"/>
                  <a:pt x="1154" y="7681"/>
                  <a:pt x="1154" y="162"/>
                </a:cubicBezTo>
                <a:cubicBezTo>
                  <a:pt x="1154" y="103"/>
                  <a:pt x="1177" y="67"/>
                  <a:pt x="1217" y="44"/>
                </a:cubicBezTo>
                <a:cubicBezTo>
                  <a:pt x="1252" y="16"/>
                  <a:pt x="1304" y="0"/>
                  <a:pt x="1390" y="0"/>
                </a:cubicBezTo>
                <a:close/>
                <a:moveTo>
                  <a:pt x="14706" y="0"/>
                </a:moveTo>
                <a:cubicBezTo>
                  <a:pt x="14706" y="0"/>
                  <a:pt x="14706" y="0"/>
                  <a:pt x="16045" y="0"/>
                </a:cubicBezTo>
                <a:cubicBezTo>
                  <a:pt x="16131" y="0"/>
                  <a:pt x="16183" y="16"/>
                  <a:pt x="16224" y="44"/>
                </a:cubicBezTo>
                <a:cubicBezTo>
                  <a:pt x="16264" y="67"/>
                  <a:pt x="16287" y="103"/>
                  <a:pt x="16287" y="162"/>
                </a:cubicBezTo>
                <a:cubicBezTo>
                  <a:pt x="16287" y="162"/>
                  <a:pt x="16287" y="162"/>
                  <a:pt x="16287" y="5712"/>
                </a:cubicBezTo>
                <a:cubicBezTo>
                  <a:pt x="16287" y="6314"/>
                  <a:pt x="16368" y="6646"/>
                  <a:pt x="16627" y="6844"/>
                </a:cubicBezTo>
                <a:cubicBezTo>
                  <a:pt x="16818" y="6990"/>
                  <a:pt x="17072" y="7053"/>
                  <a:pt x="17406" y="7053"/>
                </a:cubicBezTo>
                <a:cubicBezTo>
                  <a:pt x="17776" y="7053"/>
                  <a:pt x="18041" y="6982"/>
                  <a:pt x="18226" y="6844"/>
                </a:cubicBezTo>
                <a:cubicBezTo>
                  <a:pt x="18503" y="6638"/>
                  <a:pt x="18566" y="6294"/>
                  <a:pt x="18566" y="5712"/>
                </a:cubicBezTo>
                <a:cubicBezTo>
                  <a:pt x="18566" y="5712"/>
                  <a:pt x="18566" y="5712"/>
                  <a:pt x="18566" y="162"/>
                </a:cubicBezTo>
                <a:cubicBezTo>
                  <a:pt x="18566" y="103"/>
                  <a:pt x="18589" y="67"/>
                  <a:pt x="18630" y="44"/>
                </a:cubicBezTo>
                <a:cubicBezTo>
                  <a:pt x="18664" y="16"/>
                  <a:pt x="18722" y="0"/>
                  <a:pt x="18803" y="0"/>
                </a:cubicBezTo>
                <a:cubicBezTo>
                  <a:pt x="18803" y="0"/>
                  <a:pt x="18803" y="0"/>
                  <a:pt x="20147" y="0"/>
                </a:cubicBezTo>
                <a:cubicBezTo>
                  <a:pt x="20234" y="0"/>
                  <a:pt x="20286" y="16"/>
                  <a:pt x="20320" y="44"/>
                </a:cubicBezTo>
                <a:cubicBezTo>
                  <a:pt x="20361" y="67"/>
                  <a:pt x="20384" y="103"/>
                  <a:pt x="20384" y="162"/>
                </a:cubicBezTo>
                <a:cubicBezTo>
                  <a:pt x="20384" y="162"/>
                  <a:pt x="20384" y="162"/>
                  <a:pt x="20384" y="5716"/>
                </a:cubicBezTo>
                <a:cubicBezTo>
                  <a:pt x="20384" y="6464"/>
                  <a:pt x="20257" y="6962"/>
                  <a:pt x="19732" y="7382"/>
                </a:cubicBezTo>
                <a:cubicBezTo>
                  <a:pt x="19287" y="7738"/>
                  <a:pt x="18560" y="7943"/>
                  <a:pt x="17430" y="7943"/>
                </a:cubicBezTo>
                <a:cubicBezTo>
                  <a:pt x="16316" y="7943"/>
                  <a:pt x="15583" y="7750"/>
                  <a:pt x="15093" y="7382"/>
                </a:cubicBezTo>
                <a:cubicBezTo>
                  <a:pt x="14625" y="7030"/>
                  <a:pt x="14469" y="6523"/>
                  <a:pt x="14469" y="5716"/>
                </a:cubicBezTo>
                <a:cubicBezTo>
                  <a:pt x="14469" y="5716"/>
                  <a:pt x="14469" y="5716"/>
                  <a:pt x="14469" y="162"/>
                </a:cubicBezTo>
                <a:cubicBezTo>
                  <a:pt x="14469" y="103"/>
                  <a:pt x="14493" y="67"/>
                  <a:pt x="14527" y="44"/>
                </a:cubicBezTo>
                <a:cubicBezTo>
                  <a:pt x="14568" y="16"/>
                  <a:pt x="14620" y="0"/>
                  <a:pt x="14706" y="0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6799" tIns="46799" rIns="46799" bIns="46799"/>
          <a:lstStyle/>
          <a:p>
            <a:pPr>
              <a:defRPr>
                <a:latin typeface="Verdana"/>
                <a:ea typeface="Verdana"/>
                <a:cs typeface="Verdana"/>
                <a:sym typeface="Verdana"/>
              </a:defRPr>
            </a:pPr>
          </a:p>
        </p:txBody>
      </p:sp>
      <p:sp>
        <p:nvSpPr>
          <p:cNvPr id="98" name="Bottom bar"/>
          <p:cNvSpPr/>
          <p:nvPr/>
        </p:nvSpPr>
        <p:spPr>
          <a:xfrm>
            <a:off x="0" y="6541199"/>
            <a:ext cx="12193200" cy="31680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6799" tIns="46799" rIns="46799" bIns="46799" anchor="ctr"/>
          <a:lstStyle/>
          <a:p>
            <a:pPr algn="ctr">
              <a:spcBef>
                <a:spcPts val="400"/>
              </a:spcBef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9" name="Top bar"/>
          <p:cNvSpPr/>
          <p:nvPr/>
        </p:nvSpPr>
        <p:spPr>
          <a:xfrm>
            <a:off x="0" y="-1"/>
            <a:ext cx="12193200" cy="50402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6799" tIns="46799" rIns="46799" bIns="46799" anchor="ctr"/>
          <a:lstStyle/>
          <a:p>
            <a:pPr algn="ctr">
              <a:spcBef>
                <a:spcPts val="400"/>
              </a:spcBef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0" name="Title Text"/>
          <p:cNvSpPr txBox="1"/>
          <p:nvPr>
            <p:ph type="title"/>
          </p:nvPr>
        </p:nvSpPr>
        <p:spPr>
          <a:xfrm>
            <a:off x="1774725" y="426126"/>
            <a:ext cx="6048673" cy="972718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101" name="Body Level One…"/>
          <p:cNvSpPr txBox="1"/>
          <p:nvPr>
            <p:ph type="body" sz="half" idx="1"/>
          </p:nvPr>
        </p:nvSpPr>
        <p:spPr>
          <a:xfrm>
            <a:off x="1774725" y="1706328"/>
            <a:ext cx="6048673" cy="4545578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2" name="Picture Placeholder 9"/>
          <p:cNvSpPr/>
          <p:nvPr>
            <p:ph type="pic" sz="quarter" idx="21"/>
          </p:nvPr>
        </p:nvSpPr>
        <p:spPr>
          <a:xfrm>
            <a:off x="8331213" y="849733"/>
            <a:ext cx="3859201" cy="2505601"/>
          </a:xfrm>
          <a:prstGeom prst="rect">
            <a:avLst/>
          </a:prstGeom>
        </p:spPr>
        <p:txBody>
          <a:bodyPr lIns="91439" tIns="45719" rIns="91439" bIns="45719"/>
          <a:lstStyle/>
          <a:p>
            <a:pPr/>
          </a:p>
        </p:txBody>
      </p:sp>
      <p:sp>
        <p:nvSpPr>
          <p:cNvPr id="103" name="Picture Placeholder 11"/>
          <p:cNvSpPr/>
          <p:nvPr>
            <p:ph type="pic" sz="quarter" idx="22"/>
          </p:nvPr>
        </p:nvSpPr>
        <p:spPr>
          <a:xfrm>
            <a:off x="8331213" y="3563718"/>
            <a:ext cx="3859201" cy="2505601"/>
          </a:xfrm>
          <a:prstGeom prst="rect">
            <a:avLst/>
          </a:prstGeom>
        </p:spPr>
        <p:txBody>
          <a:bodyPr lIns="91439" tIns="45719" rIns="91439" bIns="45719"/>
          <a:lstStyle/>
          <a:p>
            <a:pPr/>
          </a:p>
        </p:txBody>
      </p:sp>
      <p:sp>
        <p:nvSpPr>
          <p:cNvPr id="10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105" name="ESS.png" descr="ESS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30250" y="252000"/>
            <a:ext cx="1138321" cy="612001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18" name="Group"/>
          <p:cNvGrpSpPr/>
          <p:nvPr/>
        </p:nvGrpSpPr>
        <p:grpSpPr>
          <a:xfrm>
            <a:off x="17068" y="935881"/>
            <a:ext cx="1506786" cy="5584238"/>
            <a:chOff x="0" y="0"/>
            <a:chExt cx="1506784" cy="5584236"/>
          </a:xfrm>
        </p:grpSpPr>
        <p:pic>
          <p:nvPicPr>
            <p:cNvPr id="106" name="Image" descr="Image"/>
            <p:cNvPicPr>
              <a:picLocks noChangeAspect="1"/>
            </p:cNvPicPr>
            <p:nvPr/>
          </p:nvPicPr>
          <p:blipFill>
            <a:blip r:embed="rId3">
              <a:extLst/>
            </a:blip>
            <a:srcRect l="0" t="0" r="0" b="0"/>
            <a:stretch>
              <a:fillRect/>
            </a:stretch>
          </p:blipFill>
          <p:spPr>
            <a:xfrm>
              <a:off x="0" y="0"/>
              <a:ext cx="1506785" cy="558423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07" name="Rectangle"/>
            <p:cNvSpPr/>
            <p:nvPr/>
          </p:nvSpPr>
          <p:spPr>
            <a:xfrm>
              <a:off x="26491" y="29555"/>
              <a:ext cx="1453952" cy="791704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6799" tIns="46799" rIns="46799" bIns="46799" numCol="1" anchor="ctr">
              <a:noAutofit/>
            </a:bodyPr>
            <a:lstStyle/>
            <a:p>
              <a:pPr/>
            </a:p>
          </p:txBody>
        </p:sp>
        <p:grpSp>
          <p:nvGrpSpPr>
            <p:cNvPr id="116" name="Group"/>
            <p:cNvGrpSpPr/>
            <p:nvPr/>
          </p:nvGrpSpPr>
          <p:grpSpPr>
            <a:xfrm>
              <a:off x="161144" y="50051"/>
              <a:ext cx="1271028" cy="5510910"/>
              <a:chOff x="0" y="0"/>
              <a:chExt cx="1271027" cy="5510908"/>
            </a:xfrm>
          </p:grpSpPr>
          <p:grpSp>
            <p:nvGrpSpPr>
              <p:cNvPr id="114" name="Group"/>
              <p:cNvGrpSpPr/>
              <p:nvPr/>
            </p:nvGrpSpPr>
            <p:grpSpPr>
              <a:xfrm>
                <a:off x="545266" y="-1"/>
                <a:ext cx="725762" cy="757651"/>
                <a:chOff x="0" y="0"/>
                <a:chExt cx="725761" cy="757649"/>
              </a:xfrm>
            </p:grpSpPr>
            <p:sp>
              <p:nvSpPr>
                <p:cNvPr id="108" name="Logo color"/>
                <p:cNvSpPr/>
                <p:nvPr/>
              </p:nvSpPr>
              <p:spPr>
                <a:xfrm>
                  <a:off x="2507" y="452770"/>
                  <a:ext cx="117009" cy="170656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4597" y="18293"/>
                      </a:moveTo>
                      <a:cubicBezTo>
                        <a:pt x="10549" y="19881"/>
                        <a:pt x="11051" y="19881"/>
                        <a:pt x="17003" y="18293"/>
                      </a:cubicBezTo>
                      <a:cubicBezTo>
                        <a:pt x="17003" y="18293"/>
                        <a:pt x="17003" y="18293"/>
                        <a:pt x="21600" y="19949"/>
                      </a:cubicBezTo>
                      <a:cubicBezTo>
                        <a:pt x="21600" y="19949"/>
                        <a:pt x="21600" y="19949"/>
                        <a:pt x="17003" y="21600"/>
                      </a:cubicBezTo>
                      <a:cubicBezTo>
                        <a:pt x="11051" y="20016"/>
                        <a:pt x="10549" y="20016"/>
                        <a:pt x="4597" y="21600"/>
                      </a:cubicBezTo>
                      <a:cubicBezTo>
                        <a:pt x="4597" y="21600"/>
                        <a:pt x="4597" y="21600"/>
                        <a:pt x="0" y="19949"/>
                      </a:cubicBezTo>
                      <a:cubicBezTo>
                        <a:pt x="0" y="19949"/>
                        <a:pt x="0" y="19949"/>
                        <a:pt x="4597" y="18293"/>
                      </a:cubicBezTo>
                      <a:close/>
                      <a:moveTo>
                        <a:pt x="4597" y="14200"/>
                      </a:moveTo>
                      <a:cubicBezTo>
                        <a:pt x="10549" y="15790"/>
                        <a:pt x="11051" y="15790"/>
                        <a:pt x="17003" y="14200"/>
                      </a:cubicBezTo>
                      <a:cubicBezTo>
                        <a:pt x="17003" y="14200"/>
                        <a:pt x="17003" y="14200"/>
                        <a:pt x="21600" y="15858"/>
                      </a:cubicBezTo>
                      <a:cubicBezTo>
                        <a:pt x="21600" y="15858"/>
                        <a:pt x="21600" y="15858"/>
                        <a:pt x="17003" y="17512"/>
                      </a:cubicBezTo>
                      <a:cubicBezTo>
                        <a:pt x="11051" y="15925"/>
                        <a:pt x="10549" y="15925"/>
                        <a:pt x="4597" y="17512"/>
                      </a:cubicBezTo>
                      <a:cubicBezTo>
                        <a:pt x="4597" y="17512"/>
                        <a:pt x="4597" y="17512"/>
                        <a:pt x="0" y="15858"/>
                      </a:cubicBezTo>
                      <a:cubicBezTo>
                        <a:pt x="0" y="15858"/>
                        <a:pt x="0" y="15858"/>
                        <a:pt x="4597" y="14200"/>
                      </a:cubicBezTo>
                      <a:close/>
                      <a:moveTo>
                        <a:pt x="4597" y="10111"/>
                      </a:moveTo>
                      <a:cubicBezTo>
                        <a:pt x="10549" y="11702"/>
                        <a:pt x="11051" y="11702"/>
                        <a:pt x="17003" y="10111"/>
                      </a:cubicBezTo>
                      <a:cubicBezTo>
                        <a:pt x="17003" y="10111"/>
                        <a:pt x="17003" y="10111"/>
                        <a:pt x="21600" y="11769"/>
                      </a:cubicBezTo>
                      <a:cubicBezTo>
                        <a:pt x="21600" y="11769"/>
                        <a:pt x="21600" y="11769"/>
                        <a:pt x="17003" y="13423"/>
                      </a:cubicBezTo>
                      <a:cubicBezTo>
                        <a:pt x="11051" y="11837"/>
                        <a:pt x="10549" y="11837"/>
                        <a:pt x="4597" y="13423"/>
                      </a:cubicBezTo>
                      <a:cubicBezTo>
                        <a:pt x="4597" y="13423"/>
                        <a:pt x="4597" y="13423"/>
                        <a:pt x="0" y="11769"/>
                      </a:cubicBezTo>
                      <a:cubicBezTo>
                        <a:pt x="0" y="11769"/>
                        <a:pt x="0" y="11769"/>
                        <a:pt x="4597" y="10111"/>
                      </a:cubicBezTo>
                      <a:close/>
                      <a:moveTo>
                        <a:pt x="2971" y="918"/>
                      </a:moveTo>
                      <a:lnTo>
                        <a:pt x="2971" y="6926"/>
                      </a:lnTo>
                      <a:cubicBezTo>
                        <a:pt x="2971" y="6926"/>
                        <a:pt x="2971" y="6926"/>
                        <a:pt x="3980" y="6926"/>
                      </a:cubicBezTo>
                      <a:cubicBezTo>
                        <a:pt x="4430" y="6926"/>
                        <a:pt x="4695" y="6878"/>
                        <a:pt x="4903" y="6708"/>
                      </a:cubicBezTo>
                      <a:cubicBezTo>
                        <a:pt x="5220" y="6447"/>
                        <a:pt x="5249" y="5917"/>
                        <a:pt x="5249" y="4849"/>
                      </a:cubicBezTo>
                      <a:cubicBezTo>
                        <a:pt x="5249" y="4849"/>
                        <a:pt x="5249" y="4849"/>
                        <a:pt x="5249" y="2990"/>
                      </a:cubicBezTo>
                      <a:cubicBezTo>
                        <a:pt x="5249" y="1926"/>
                        <a:pt x="5220" y="1396"/>
                        <a:pt x="4903" y="1135"/>
                      </a:cubicBezTo>
                      <a:cubicBezTo>
                        <a:pt x="4695" y="965"/>
                        <a:pt x="4430" y="918"/>
                        <a:pt x="3980" y="918"/>
                      </a:cubicBezTo>
                      <a:cubicBezTo>
                        <a:pt x="3980" y="918"/>
                        <a:pt x="3980" y="918"/>
                        <a:pt x="2971" y="918"/>
                      </a:cubicBezTo>
                      <a:close/>
                      <a:moveTo>
                        <a:pt x="8068" y="0"/>
                      </a:moveTo>
                      <a:cubicBezTo>
                        <a:pt x="8068" y="0"/>
                        <a:pt x="8068" y="0"/>
                        <a:pt x="13456" y="0"/>
                      </a:cubicBezTo>
                      <a:cubicBezTo>
                        <a:pt x="13542" y="0"/>
                        <a:pt x="13594" y="16"/>
                        <a:pt x="13635" y="44"/>
                      </a:cubicBezTo>
                      <a:cubicBezTo>
                        <a:pt x="13669" y="67"/>
                        <a:pt x="13698" y="103"/>
                        <a:pt x="13698" y="162"/>
                      </a:cubicBezTo>
                      <a:cubicBezTo>
                        <a:pt x="13698" y="162"/>
                        <a:pt x="13698" y="162"/>
                        <a:pt x="13698" y="827"/>
                      </a:cubicBezTo>
                      <a:cubicBezTo>
                        <a:pt x="13698" y="886"/>
                        <a:pt x="13669" y="922"/>
                        <a:pt x="13635" y="945"/>
                      </a:cubicBezTo>
                      <a:cubicBezTo>
                        <a:pt x="13594" y="973"/>
                        <a:pt x="13542" y="989"/>
                        <a:pt x="13456" y="989"/>
                      </a:cubicBezTo>
                      <a:cubicBezTo>
                        <a:pt x="13456" y="989"/>
                        <a:pt x="13456" y="989"/>
                        <a:pt x="11731" y="989"/>
                      </a:cubicBezTo>
                      <a:cubicBezTo>
                        <a:pt x="11731" y="989"/>
                        <a:pt x="11731" y="989"/>
                        <a:pt x="11731" y="7681"/>
                      </a:cubicBezTo>
                      <a:cubicBezTo>
                        <a:pt x="11731" y="7740"/>
                        <a:pt x="11708" y="7776"/>
                        <a:pt x="11667" y="7800"/>
                      </a:cubicBezTo>
                      <a:cubicBezTo>
                        <a:pt x="11633" y="7827"/>
                        <a:pt x="11581" y="7843"/>
                        <a:pt x="11494" y="7843"/>
                      </a:cubicBezTo>
                      <a:cubicBezTo>
                        <a:pt x="11494" y="7843"/>
                        <a:pt x="11494" y="7843"/>
                        <a:pt x="10029" y="7843"/>
                      </a:cubicBezTo>
                      <a:cubicBezTo>
                        <a:pt x="9943" y="7843"/>
                        <a:pt x="9891" y="7827"/>
                        <a:pt x="9850" y="7800"/>
                      </a:cubicBezTo>
                      <a:cubicBezTo>
                        <a:pt x="9810" y="7776"/>
                        <a:pt x="9787" y="7740"/>
                        <a:pt x="9787" y="7681"/>
                      </a:cubicBezTo>
                      <a:cubicBezTo>
                        <a:pt x="9787" y="7681"/>
                        <a:pt x="9787" y="7681"/>
                        <a:pt x="9787" y="989"/>
                      </a:cubicBezTo>
                      <a:cubicBezTo>
                        <a:pt x="9787" y="989"/>
                        <a:pt x="9787" y="989"/>
                        <a:pt x="8068" y="989"/>
                      </a:cubicBezTo>
                      <a:cubicBezTo>
                        <a:pt x="7981" y="989"/>
                        <a:pt x="7929" y="973"/>
                        <a:pt x="7889" y="945"/>
                      </a:cubicBezTo>
                      <a:cubicBezTo>
                        <a:pt x="7849" y="922"/>
                        <a:pt x="7825" y="886"/>
                        <a:pt x="7825" y="827"/>
                      </a:cubicBezTo>
                      <a:cubicBezTo>
                        <a:pt x="7825" y="827"/>
                        <a:pt x="7825" y="827"/>
                        <a:pt x="7825" y="162"/>
                      </a:cubicBezTo>
                      <a:cubicBezTo>
                        <a:pt x="7825" y="103"/>
                        <a:pt x="7849" y="67"/>
                        <a:pt x="7889" y="44"/>
                      </a:cubicBezTo>
                      <a:cubicBezTo>
                        <a:pt x="7929" y="16"/>
                        <a:pt x="7981" y="0"/>
                        <a:pt x="8068" y="0"/>
                      </a:cubicBezTo>
                      <a:close/>
                      <a:moveTo>
                        <a:pt x="1390" y="0"/>
                      </a:moveTo>
                      <a:cubicBezTo>
                        <a:pt x="1390" y="0"/>
                        <a:pt x="1390" y="0"/>
                        <a:pt x="4257" y="0"/>
                      </a:cubicBezTo>
                      <a:cubicBezTo>
                        <a:pt x="5370" y="0"/>
                        <a:pt x="6051" y="174"/>
                        <a:pt x="6466" y="538"/>
                      </a:cubicBezTo>
                      <a:cubicBezTo>
                        <a:pt x="7072" y="1036"/>
                        <a:pt x="7089" y="1843"/>
                        <a:pt x="7089" y="3077"/>
                      </a:cubicBezTo>
                      <a:cubicBezTo>
                        <a:pt x="7089" y="3077"/>
                        <a:pt x="7089" y="3077"/>
                        <a:pt x="7089" y="4766"/>
                      </a:cubicBezTo>
                      <a:cubicBezTo>
                        <a:pt x="7089" y="6000"/>
                        <a:pt x="7072" y="6807"/>
                        <a:pt x="6466" y="7305"/>
                      </a:cubicBezTo>
                      <a:cubicBezTo>
                        <a:pt x="6051" y="7669"/>
                        <a:pt x="5370" y="7843"/>
                        <a:pt x="4257" y="7843"/>
                      </a:cubicBezTo>
                      <a:cubicBezTo>
                        <a:pt x="4257" y="7843"/>
                        <a:pt x="4257" y="7843"/>
                        <a:pt x="1390" y="7843"/>
                      </a:cubicBezTo>
                      <a:cubicBezTo>
                        <a:pt x="1304" y="7843"/>
                        <a:pt x="1252" y="7827"/>
                        <a:pt x="1217" y="7800"/>
                      </a:cubicBezTo>
                      <a:cubicBezTo>
                        <a:pt x="1177" y="7776"/>
                        <a:pt x="1154" y="7740"/>
                        <a:pt x="1154" y="7681"/>
                      </a:cubicBezTo>
                      <a:cubicBezTo>
                        <a:pt x="1154" y="7681"/>
                        <a:pt x="1154" y="7681"/>
                        <a:pt x="1154" y="162"/>
                      </a:cubicBezTo>
                      <a:cubicBezTo>
                        <a:pt x="1154" y="103"/>
                        <a:pt x="1177" y="67"/>
                        <a:pt x="1217" y="44"/>
                      </a:cubicBezTo>
                      <a:cubicBezTo>
                        <a:pt x="1252" y="16"/>
                        <a:pt x="1304" y="0"/>
                        <a:pt x="1390" y="0"/>
                      </a:cubicBezTo>
                      <a:close/>
                      <a:moveTo>
                        <a:pt x="14706" y="0"/>
                      </a:moveTo>
                      <a:cubicBezTo>
                        <a:pt x="14706" y="0"/>
                        <a:pt x="14706" y="0"/>
                        <a:pt x="16045" y="0"/>
                      </a:cubicBezTo>
                      <a:cubicBezTo>
                        <a:pt x="16131" y="0"/>
                        <a:pt x="16183" y="16"/>
                        <a:pt x="16224" y="44"/>
                      </a:cubicBezTo>
                      <a:cubicBezTo>
                        <a:pt x="16264" y="67"/>
                        <a:pt x="16287" y="103"/>
                        <a:pt x="16287" y="162"/>
                      </a:cubicBezTo>
                      <a:cubicBezTo>
                        <a:pt x="16287" y="162"/>
                        <a:pt x="16287" y="162"/>
                        <a:pt x="16287" y="5712"/>
                      </a:cubicBezTo>
                      <a:cubicBezTo>
                        <a:pt x="16287" y="6314"/>
                        <a:pt x="16368" y="6646"/>
                        <a:pt x="16627" y="6844"/>
                      </a:cubicBezTo>
                      <a:cubicBezTo>
                        <a:pt x="16818" y="6990"/>
                        <a:pt x="17072" y="7053"/>
                        <a:pt x="17406" y="7053"/>
                      </a:cubicBezTo>
                      <a:cubicBezTo>
                        <a:pt x="17776" y="7053"/>
                        <a:pt x="18041" y="6982"/>
                        <a:pt x="18226" y="6844"/>
                      </a:cubicBezTo>
                      <a:cubicBezTo>
                        <a:pt x="18503" y="6638"/>
                        <a:pt x="18566" y="6294"/>
                        <a:pt x="18566" y="5712"/>
                      </a:cubicBezTo>
                      <a:cubicBezTo>
                        <a:pt x="18566" y="5712"/>
                        <a:pt x="18566" y="5712"/>
                        <a:pt x="18566" y="162"/>
                      </a:cubicBezTo>
                      <a:cubicBezTo>
                        <a:pt x="18566" y="103"/>
                        <a:pt x="18589" y="67"/>
                        <a:pt x="18630" y="44"/>
                      </a:cubicBezTo>
                      <a:cubicBezTo>
                        <a:pt x="18664" y="16"/>
                        <a:pt x="18722" y="0"/>
                        <a:pt x="18803" y="0"/>
                      </a:cubicBezTo>
                      <a:cubicBezTo>
                        <a:pt x="18803" y="0"/>
                        <a:pt x="18803" y="0"/>
                        <a:pt x="20147" y="0"/>
                      </a:cubicBezTo>
                      <a:cubicBezTo>
                        <a:pt x="20234" y="0"/>
                        <a:pt x="20286" y="16"/>
                        <a:pt x="20320" y="44"/>
                      </a:cubicBezTo>
                      <a:cubicBezTo>
                        <a:pt x="20361" y="67"/>
                        <a:pt x="20384" y="103"/>
                        <a:pt x="20384" y="162"/>
                      </a:cubicBezTo>
                      <a:cubicBezTo>
                        <a:pt x="20384" y="162"/>
                        <a:pt x="20384" y="162"/>
                        <a:pt x="20384" y="5716"/>
                      </a:cubicBezTo>
                      <a:cubicBezTo>
                        <a:pt x="20384" y="6464"/>
                        <a:pt x="20257" y="6962"/>
                        <a:pt x="19732" y="7382"/>
                      </a:cubicBezTo>
                      <a:cubicBezTo>
                        <a:pt x="19287" y="7738"/>
                        <a:pt x="18560" y="7943"/>
                        <a:pt x="17430" y="7943"/>
                      </a:cubicBezTo>
                      <a:cubicBezTo>
                        <a:pt x="16316" y="7943"/>
                        <a:pt x="15583" y="7750"/>
                        <a:pt x="15093" y="7382"/>
                      </a:cubicBezTo>
                      <a:cubicBezTo>
                        <a:pt x="14625" y="7030"/>
                        <a:pt x="14469" y="6523"/>
                        <a:pt x="14469" y="5716"/>
                      </a:cubicBezTo>
                      <a:cubicBezTo>
                        <a:pt x="14469" y="5716"/>
                        <a:pt x="14469" y="5716"/>
                        <a:pt x="14469" y="162"/>
                      </a:cubicBezTo>
                      <a:cubicBezTo>
                        <a:pt x="14469" y="103"/>
                        <a:pt x="14493" y="67"/>
                        <a:pt x="14527" y="44"/>
                      </a:cubicBezTo>
                      <a:cubicBezTo>
                        <a:pt x="14568" y="16"/>
                        <a:pt x="14620" y="0"/>
                        <a:pt x="14706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6799" tIns="46799" rIns="46799" bIns="46799" numCol="1" anchor="t">
                  <a:noAutofit/>
                </a:bodyPr>
                <a:lstStyle/>
                <a:p>
                  <a:pPr>
                    <a:defRPr>
                      <a:latin typeface="Verdana"/>
                      <a:ea typeface="Verdana"/>
                      <a:cs typeface="Verdana"/>
                      <a:sym typeface="Verdana"/>
                    </a:defRPr>
                  </a:pPr>
                </a:p>
              </p:txBody>
            </p:sp>
            <p:pic>
              <p:nvPicPr>
                <p:cNvPr id="109" name="logoill.pdf" descr="logoill.pdf"/>
                <p:cNvPicPr>
                  <a:picLocks noChangeAspect="0"/>
                </p:cNvPicPr>
                <p:nvPr/>
              </p:nvPicPr>
              <p:blipFill>
                <a:blip r:embed="rId4">
                  <a:extLst/>
                </a:blip>
                <a:stretch>
                  <a:fillRect/>
                </a:stretch>
              </p:blipFill>
              <p:spPr>
                <a:xfrm>
                  <a:off x="486613" y="459579"/>
                  <a:ext cx="164286" cy="157037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110" name="mcstas-logo.pdf" descr="mcstas-logo.pdf"/>
                <p:cNvPicPr>
                  <a:picLocks noChangeAspect="0"/>
                </p:cNvPicPr>
                <p:nvPr/>
              </p:nvPicPr>
              <p:blipFill>
                <a:blip r:embed="rId5">
                  <a:extLst/>
                </a:blip>
                <a:srcRect l="0" t="0" r="0" b="0"/>
                <a:stretch>
                  <a:fillRect/>
                </a:stretch>
              </p:blipFill>
              <p:spPr>
                <a:xfrm>
                  <a:off x="0" y="0"/>
                  <a:ext cx="725762" cy="426459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111" name="PSI-Logo_trans.png" descr="PSI-Logo_trans.png"/>
                <p:cNvPicPr>
                  <a:picLocks noChangeAspect="0"/>
                </p:cNvPicPr>
                <p:nvPr/>
              </p:nvPicPr>
              <p:blipFill>
                <a:blip r:embed="rId6">
                  <a:extLst/>
                </a:blip>
                <a:stretch>
                  <a:fillRect/>
                </a:stretch>
              </p:blipFill>
              <p:spPr>
                <a:xfrm>
                  <a:off x="270340" y="501170"/>
                  <a:ext cx="204490" cy="74865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112" name="ku-logo.pdf" descr="ku-logo.pdf"/>
                <p:cNvPicPr>
                  <a:picLocks noChangeAspect="0"/>
                </p:cNvPicPr>
                <p:nvPr/>
              </p:nvPicPr>
              <p:blipFill>
                <a:blip r:embed="rId7">
                  <a:extLst/>
                </a:blip>
                <a:stretch>
                  <a:fillRect/>
                </a:stretch>
              </p:blipFill>
              <p:spPr>
                <a:xfrm>
                  <a:off x="131011" y="451261"/>
                  <a:ext cx="128373" cy="174419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113" name="ESS_Logo_Frugal_Blue_cmyk.png" descr="ESS_Logo_Frugal_Blue_cmyk.png"/>
                <p:cNvPicPr>
                  <a:picLocks noChangeAspect="0"/>
                </p:cNvPicPr>
                <p:nvPr/>
              </p:nvPicPr>
              <p:blipFill>
                <a:blip r:embed="rId8">
                  <a:extLst/>
                </a:blip>
                <a:stretch>
                  <a:fillRect/>
                </a:stretch>
              </p:blipFill>
              <p:spPr>
                <a:xfrm>
                  <a:off x="214914" y="607364"/>
                  <a:ext cx="279297" cy="150286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</p:grpSp>
          <p:sp>
            <p:nvSpPr>
              <p:cNvPr id="115" name="2025 ISIS McStas School"/>
              <p:cNvSpPr txBox="1"/>
              <p:nvPr/>
            </p:nvSpPr>
            <p:spPr>
              <a:xfrm>
                <a:off x="0" y="4478221"/>
                <a:ext cx="1184497" cy="10326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0" tIns="0" rIns="0" bIns="0" numCol="1" anchor="b">
                <a:normAutofit fontScale="100000" lnSpcReduction="0"/>
              </a:bodyPr>
              <a:lstStyle/>
              <a:p>
                <a:pPr algn="ctr" defTabSz="521208">
                  <a:lnSpc>
                    <a:spcPct val="110000"/>
                  </a:lnSpc>
                  <a:spcBef>
                    <a:spcPts val="0"/>
                  </a:spcBef>
                  <a:defRPr b="1" i="1" sz="2109">
                    <a:solidFill>
                      <a:srgbClr val="FFFFFF"/>
                    </a:solidFill>
                  </a:defRPr>
                </a:pPr>
                <a:r>
                  <a:t>2025 ISIS</a:t>
                </a:r>
                <a:br/>
                <a:r>
                  <a:t>McStas School</a:t>
                </a:r>
              </a:p>
            </p:txBody>
          </p:sp>
        </p:grpSp>
        <p:pic>
          <p:nvPicPr>
            <p:cNvPr id="117" name="Image" descr="Image"/>
            <p:cNvPicPr>
              <a:picLocks noChangeAspect="1"/>
            </p:cNvPicPr>
            <p:nvPr/>
          </p:nvPicPr>
          <p:blipFill>
            <a:blip r:embed="rId9">
              <a:extLst/>
            </a:blip>
            <a:srcRect l="0" t="0" r="77004" b="0"/>
            <a:stretch>
              <a:fillRect/>
            </a:stretch>
          </p:blipFill>
          <p:spPr>
            <a:xfrm>
              <a:off x="44293" y="62025"/>
              <a:ext cx="617630" cy="61184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119" name="UserProfile.Offices.Workarea_{{DocumentLanguage}}text"/>
          <p:cNvSpPr txBox="1"/>
          <p:nvPr/>
        </p:nvSpPr>
        <p:spPr>
          <a:xfrm>
            <a:off x="1774725" y="6636099"/>
            <a:ext cx="339707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spcBef>
                <a:spcPts val="0"/>
              </a:spcBef>
              <a:defRPr b="1" sz="700">
                <a:solidFill>
                  <a:srgbClr val="FFFFFF"/>
                </a:solidFill>
              </a:defRPr>
            </a:lvl1pPr>
          </a:lstStyle>
          <a:p>
            <a:pPr/>
            <a:r>
              <a:t>2025 ISIS McStas school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wo pictures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Logo color"/>
          <p:cNvSpPr/>
          <p:nvPr/>
        </p:nvSpPr>
        <p:spPr>
          <a:xfrm>
            <a:off x="252000" y="252000"/>
            <a:ext cx="419612" cy="612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4597" y="18293"/>
                </a:moveTo>
                <a:cubicBezTo>
                  <a:pt x="10549" y="19881"/>
                  <a:pt x="11051" y="19881"/>
                  <a:pt x="17003" y="18293"/>
                </a:cubicBezTo>
                <a:cubicBezTo>
                  <a:pt x="17003" y="18293"/>
                  <a:pt x="17003" y="18293"/>
                  <a:pt x="21600" y="19949"/>
                </a:cubicBezTo>
                <a:cubicBezTo>
                  <a:pt x="21600" y="19949"/>
                  <a:pt x="21600" y="19949"/>
                  <a:pt x="17003" y="21600"/>
                </a:cubicBezTo>
                <a:cubicBezTo>
                  <a:pt x="11051" y="20016"/>
                  <a:pt x="10549" y="20016"/>
                  <a:pt x="4597" y="21600"/>
                </a:cubicBezTo>
                <a:cubicBezTo>
                  <a:pt x="4597" y="21600"/>
                  <a:pt x="4597" y="21600"/>
                  <a:pt x="0" y="19949"/>
                </a:cubicBezTo>
                <a:cubicBezTo>
                  <a:pt x="0" y="19949"/>
                  <a:pt x="0" y="19949"/>
                  <a:pt x="4597" y="18293"/>
                </a:cubicBezTo>
                <a:close/>
                <a:moveTo>
                  <a:pt x="4597" y="14200"/>
                </a:moveTo>
                <a:cubicBezTo>
                  <a:pt x="10549" y="15790"/>
                  <a:pt x="11051" y="15790"/>
                  <a:pt x="17003" y="14200"/>
                </a:cubicBezTo>
                <a:cubicBezTo>
                  <a:pt x="17003" y="14200"/>
                  <a:pt x="17003" y="14200"/>
                  <a:pt x="21600" y="15858"/>
                </a:cubicBezTo>
                <a:cubicBezTo>
                  <a:pt x="21600" y="15858"/>
                  <a:pt x="21600" y="15858"/>
                  <a:pt x="17003" y="17512"/>
                </a:cubicBezTo>
                <a:cubicBezTo>
                  <a:pt x="11051" y="15925"/>
                  <a:pt x="10549" y="15925"/>
                  <a:pt x="4597" y="17512"/>
                </a:cubicBezTo>
                <a:cubicBezTo>
                  <a:pt x="4597" y="17512"/>
                  <a:pt x="4597" y="17512"/>
                  <a:pt x="0" y="15858"/>
                </a:cubicBezTo>
                <a:cubicBezTo>
                  <a:pt x="0" y="15858"/>
                  <a:pt x="0" y="15858"/>
                  <a:pt x="4597" y="14200"/>
                </a:cubicBezTo>
                <a:close/>
                <a:moveTo>
                  <a:pt x="4597" y="10111"/>
                </a:moveTo>
                <a:cubicBezTo>
                  <a:pt x="10549" y="11702"/>
                  <a:pt x="11051" y="11702"/>
                  <a:pt x="17003" y="10111"/>
                </a:cubicBezTo>
                <a:cubicBezTo>
                  <a:pt x="17003" y="10111"/>
                  <a:pt x="17003" y="10111"/>
                  <a:pt x="21600" y="11769"/>
                </a:cubicBezTo>
                <a:cubicBezTo>
                  <a:pt x="21600" y="11769"/>
                  <a:pt x="21600" y="11769"/>
                  <a:pt x="17003" y="13423"/>
                </a:cubicBezTo>
                <a:cubicBezTo>
                  <a:pt x="11051" y="11837"/>
                  <a:pt x="10549" y="11837"/>
                  <a:pt x="4597" y="13423"/>
                </a:cubicBezTo>
                <a:cubicBezTo>
                  <a:pt x="4597" y="13423"/>
                  <a:pt x="4597" y="13423"/>
                  <a:pt x="0" y="11769"/>
                </a:cubicBezTo>
                <a:cubicBezTo>
                  <a:pt x="0" y="11769"/>
                  <a:pt x="0" y="11769"/>
                  <a:pt x="4597" y="10111"/>
                </a:cubicBezTo>
                <a:close/>
                <a:moveTo>
                  <a:pt x="2971" y="918"/>
                </a:moveTo>
                <a:lnTo>
                  <a:pt x="2971" y="6926"/>
                </a:lnTo>
                <a:cubicBezTo>
                  <a:pt x="2971" y="6926"/>
                  <a:pt x="2971" y="6926"/>
                  <a:pt x="3980" y="6926"/>
                </a:cubicBezTo>
                <a:cubicBezTo>
                  <a:pt x="4430" y="6926"/>
                  <a:pt x="4695" y="6878"/>
                  <a:pt x="4903" y="6708"/>
                </a:cubicBezTo>
                <a:cubicBezTo>
                  <a:pt x="5220" y="6447"/>
                  <a:pt x="5249" y="5917"/>
                  <a:pt x="5249" y="4849"/>
                </a:cubicBezTo>
                <a:cubicBezTo>
                  <a:pt x="5249" y="4849"/>
                  <a:pt x="5249" y="4849"/>
                  <a:pt x="5249" y="2990"/>
                </a:cubicBezTo>
                <a:cubicBezTo>
                  <a:pt x="5249" y="1926"/>
                  <a:pt x="5220" y="1396"/>
                  <a:pt x="4903" y="1135"/>
                </a:cubicBezTo>
                <a:cubicBezTo>
                  <a:pt x="4695" y="965"/>
                  <a:pt x="4430" y="918"/>
                  <a:pt x="3980" y="918"/>
                </a:cubicBezTo>
                <a:cubicBezTo>
                  <a:pt x="3980" y="918"/>
                  <a:pt x="3980" y="918"/>
                  <a:pt x="2971" y="918"/>
                </a:cubicBezTo>
                <a:close/>
                <a:moveTo>
                  <a:pt x="8068" y="0"/>
                </a:moveTo>
                <a:cubicBezTo>
                  <a:pt x="8068" y="0"/>
                  <a:pt x="8068" y="0"/>
                  <a:pt x="13456" y="0"/>
                </a:cubicBezTo>
                <a:cubicBezTo>
                  <a:pt x="13542" y="0"/>
                  <a:pt x="13594" y="16"/>
                  <a:pt x="13635" y="44"/>
                </a:cubicBezTo>
                <a:cubicBezTo>
                  <a:pt x="13669" y="67"/>
                  <a:pt x="13698" y="103"/>
                  <a:pt x="13698" y="162"/>
                </a:cubicBezTo>
                <a:cubicBezTo>
                  <a:pt x="13698" y="162"/>
                  <a:pt x="13698" y="162"/>
                  <a:pt x="13698" y="827"/>
                </a:cubicBezTo>
                <a:cubicBezTo>
                  <a:pt x="13698" y="886"/>
                  <a:pt x="13669" y="922"/>
                  <a:pt x="13635" y="945"/>
                </a:cubicBezTo>
                <a:cubicBezTo>
                  <a:pt x="13594" y="973"/>
                  <a:pt x="13542" y="989"/>
                  <a:pt x="13456" y="989"/>
                </a:cubicBezTo>
                <a:cubicBezTo>
                  <a:pt x="13456" y="989"/>
                  <a:pt x="13456" y="989"/>
                  <a:pt x="11731" y="989"/>
                </a:cubicBezTo>
                <a:cubicBezTo>
                  <a:pt x="11731" y="989"/>
                  <a:pt x="11731" y="989"/>
                  <a:pt x="11731" y="7681"/>
                </a:cubicBezTo>
                <a:cubicBezTo>
                  <a:pt x="11731" y="7740"/>
                  <a:pt x="11708" y="7776"/>
                  <a:pt x="11667" y="7800"/>
                </a:cubicBezTo>
                <a:cubicBezTo>
                  <a:pt x="11633" y="7827"/>
                  <a:pt x="11581" y="7843"/>
                  <a:pt x="11494" y="7843"/>
                </a:cubicBezTo>
                <a:cubicBezTo>
                  <a:pt x="11494" y="7843"/>
                  <a:pt x="11494" y="7843"/>
                  <a:pt x="10029" y="7843"/>
                </a:cubicBezTo>
                <a:cubicBezTo>
                  <a:pt x="9943" y="7843"/>
                  <a:pt x="9891" y="7827"/>
                  <a:pt x="9850" y="7800"/>
                </a:cubicBezTo>
                <a:cubicBezTo>
                  <a:pt x="9810" y="7776"/>
                  <a:pt x="9787" y="7740"/>
                  <a:pt x="9787" y="7681"/>
                </a:cubicBezTo>
                <a:cubicBezTo>
                  <a:pt x="9787" y="7681"/>
                  <a:pt x="9787" y="7681"/>
                  <a:pt x="9787" y="989"/>
                </a:cubicBezTo>
                <a:cubicBezTo>
                  <a:pt x="9787" y="989"/>
                  <a:pt x="9787" y="989"/>
                  <a:pt x="8068" y="989"/>
                </a:cubicBezTo>
                <a:cubicBezTo>
                  <a:pt x="7981" y="989"/>
                  <a:pt x="7929" y="973"/>
                  <a:pt x="7889" y="945"/>
                </a:cubicBezTo>
                <a:cubicBezTo>
                  <a:pt x="7849" y="922"/>
                  <a:pt x="7825" y="886"/>
                  <a:pt x="7825" y="827"/>
                </a:cubicBezTo>
                <a:cubicBezTo>
                  <a:pt x="7825" y="827"/>
                  <a:pt x="7825" y="827"/>
                  <a:pt x="7825" y="162"/>
                </a:cubicBezTo>
                <a:cubicBezTo>
                  <a:pt x="7825" y="103"/>
                  <a:pt x="7849" y="67"/>
                  <a:pt x="7889" y="44"/>
                </a:cubicBezTo>
                <a:cubicBezTo>
                  <a:pt x="7929" y="16"/>
                  <a:pt x="7981" y="0"/>
                  <a:pt x="8068" y="0"/>
                </a:cubicBezTo>
                <a:close/>
                <a:moveTo>
                  <a:pt x="1390" y="0"/>
                </a:moveTo>
                <a:cubicBezTo>
                  <a:pt x="1390" y="0"/>
                  <a:pt x="1390" y="0"/>
                  <a:pt x="4257" y="0"/>
                </a:cubicBezTo>
                <a:cubicBezTo>
                  <a:pt x="5370" y="0"/>
                  <a:pt x="6051" y="174"/>
                  <a:pt x="6466" y="538"/>
                </a:cubicBezTo>
                <a:cubicBezTo>
                  <a:pt x="7072" y="1036"/>
                  <a:pt x="7089" y="1843"/>
                  <a:pt x="7089" y="3077"/>
                </a:cubicBezTo>
                <a:cubicBezTo>
                  <a:pt x="7089" y="3077"/>
                  <a:pt x="7089" y="3077"/>
                  <a:pt x="7089" y="4766"/>
                </a:cubicBezTo>
                <a:cubicBezTo>
                  <a:pt x="7089" y="6000"/>
                  <a:pt x="7072" y="6807"/>
                  <a:pt x="6466" y="7305"/>
                </a:cubicBezTo>
                <a:cubicBezTo>
                  <a:pt x="6051" y="7669"/>
                  <a:pt x="5370" y="7843"/>
                  <a:pt x="4257" y="7843"/>
                </a:cubicBezTo>
                <a:cubicBezTo>
                  <a:pt x="4257" y="7843"/>
                  <a:pt x="4257" y="7843"/>
                  <a:pt x="1390" y="7843"/>
                </a:cubicBezTo>
                <a:cubicBezTo>
                  <a:pt x="1304" y="7843"/>
                  <a:pt x="1252" y="7827"/>
                  <a:pt x="1217" y="7800"/>
                </a:cubicBezTo>
                <a:cubicBezTo>
                  <a:pt x="1177" y="7776"/>
                  <a:pt x="1154" y="7740"/>
                  <a:pt x="1154" y="7681"/>
                </a:cubicBezTo>
                <a:cubicBezTo>
                  <a:pt x="1154" y="7681"/>
                  <a:pt x="1154" y="7681"/>
                  <a:pt x="1154" y="162"/>
                </a:cubicBezTo>
                <a:cubicBezTo>
                  <a:pt x="1154" y="103"/>
                  <a:pt x="1177" y="67"/>
                  <a:pt x="1217" y="44"/>
                </a:cubicBezTo>
                <a:cubicBezTo>
                  <a:pt x="1252" y="16"/>
                  <a:pt x="1304" y="0"/>
                  <a:pt x="1390" y="0"/>
                </a:cubicBezTo>
                <a:close/>
                <a:moveTo>
                  <a:pt x="14706" y="0"/>
                </a:moveTo>
                <a:cubicBezTo>
                  <a:pt x="14706" y="0"/>
                  <a:pt x="14706" y="0"/>
                  <a:pt x="16045" y="0"/>
                </a:cubicBezTo>
                <a:cubicBezTo>
                  <a:pt x="16131" y="0"/>
                  <a:pt x="16183" y="16"/>
                  <a:pt x="16224" y="44"/>
                </a:cubicBezTo>
                <a:cubicBezTo>
                  <a:pt x="16264" y="67"/>
                  <a:pt x="16287" y="103"/>
                  <a:pt x="16287" y="162"/>
                </a:cubicBezTo>
                <a:cubicBezTo>
                  <a:pt x="16287" y="162"/>
                  <a:pt x="16287" y="162"/>
                  <a:pt x="16287" y="5712"/>
                </a:cubicBezTo>
                <a:cubicBezTo>
                  <a:pt x="16287" y="6314"/>
                  <a:pt x="16368" y="6646"/>
                  <a:pt x="16627" y="6844"/>
                </a:cubicBezTo>
                <a:cubicBezTo>
                  <a:pt x="16818" y="6990"/>
                  <a:pt x="17072" y="7053"/>
                  <a:pt x="17406" y="7053"/>
                </a:cubicBezTo>
                <a:cubicBezTo>
                  <a:pt x="17776" y="7053"/>
                  <a:pt x="18041" y="6982"/>
                  <a:pt x="18226" y="6844"/>
                </a:cubicBezTo>
                <a:cubicBezTo>
                  <a:pt x="18503" y="6638"/>
                  <a:pt x="18566" y="6294"/>
                  <a:pt x="18566" y="5712"/>
                </a:cubicBezTo>
                <a:cubicBezTo>
                  <a:pt x="18566" y="5712"/>
                  <a:pt x="18566" y="5712"/>
                  <a:pt x="18566" y="162"/>
                </a:cubicBezTo>
                <a:cubicBezTo>
                  <a:pt x="18566" y="103"/>
                  <a:pt x="18589" y="67"/>
                  <a:pt x="18630" y="44"/>
                </a:cubicBezTo>
                <a:cubicBezTo>
                  <a:pt x="18664" y="16"/>
                  <a:pt x="18722" y="0"/>
                  <a:pt x="18803" y="0"/>
                </a:cubicBezTo>
                <a:cubicBezTo>
                  <a:pt x="18803" y="0"/>
                  <a:pt x="18803" y="0"/>
                  <a:pt x="20147" y="0"/>
                </a:cubicBezTo>
                <a:cubicBezTo>
                  <a:pt x="20234" y="0"/>
                  <a:pt x="20286" y="16"/>
                  <a:pt x="20320" y="44"/>
                </a:cubicBezTo>
                <a:cubicBezTo>
                  <a:pt x="20361" y="67"/>
                  <a:pt x="20384" y="103"/>
                  <a:pt x="20384" y="162"/>
                </a:cubicBezTo>
                <a:cubicBezTo>
                  <a:pt x="20384" y="162"/>
                  <a:pt x="20384" y="162"/>
                  <a:pt x="20384" y="5716"/>
                </a:cubicBezTo>
                <a:cubicBezTo>
                  <a:pt x="20384" y="6464"/>
                  <a:pt x="20257" y="6962"/>
                  <a:pt x="19732" y="7382"/>
                </a:cubicBezTo>
                <a:cubicBezTo>
                  <a:pt x="19287" y="7738"/>
                  <a:pt x="18560" y="7943"/>
                  <a:pt x="17430" y="7943"/>
                </a:cubicBezTo>
                <a:cubicBezTo>
                  <a:pt x="16316" y="7943"/>
                  <a:pt x="15583" y="7750"/>
                  <a:pt x="15093" y="7382"/>
                </a:cubicBezTo>
                <a:cubicBezTo>
                  <a:pt x="14625" y="7030"/>
                  <a:pt x="14469" y="6523"/>
                  <a:pt x="14469" y="5716"/>
                </a:cubicBezTo>
                <a:cubicBezTo>
                  <a:pt x="14469" y="5716"/>
                  <a:pt x="14469" y="5716"/>
                  <a:pt x="14469" y="162"/>
                </a:cubicBezTo>
                <a:cubicBezTo>
                  <a:pt x="14469" y="103"/>
                  <a:pt x="14493" y="67"/>
                  <a:pt x="14527" y="44"/>
                </a:cubicBezTo>
                <a:cubicBezTo>
                  <a:pt x="14568" y="16"/>
                  <a:pt x="14620" y="0"/>
                  <a:pt x="14706" y="0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6799" tIns="46799" rIns="46799" bIns="46799"/>
          <a:lstStyle/>
          <a:p>
            <a:pPr>
              <a:defRPr>
                <a:latin typeface="Verdana"/>
                <a:ea typeface="Verdana"/>
                <a:cs typeface="Verdana"/>
                <a:sym typeface="Verdana"/>
              </a:defRPr>
            </a:pPr>
          </a:p>
        </p:txBody>
      </p:sp>
      <p:sp>
        <p:nvSpPr>
          <p:cNvPr id="127" name="Bottom bar"/>
          <p:cNvSpPr/>
          <p:nvPr/>
        </p:nvSpPr>
        <p:spPr>
          <a:xfrm>
            <a:off x="0" y="6541199"/>
            <a:ext cx="12193200" cy="31680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6799" tIns="46799" rIns="46799" bIns="46799" anchor="ctr"/>
          <a:lstStyle/>
          <a:p>
            <a:pPr algn="ctr">
              <a:spcBef>
                <a:spcPts val="400"/>
              </a:spcBef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8" name="Top bar"/>
          <p:cNvSpPr/>
          <p:nvPr/>
        </p:nvSpPr>
        <p:spPr>
          <a:xfrm>
            <a:off x="0" y="-1"/>
            <a:ext cx="12193200" cy="50402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6799" tIns="46799" rIns="46799" bIns="46799" anchor="ctr"/>
          <a:lstStyle/>
          <a:p>
            <a:pPr algn="ctr">
              <a:spcBef>
                <a:spcPts val="400"/>
              </a:spcBef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9" name="Title Text"/>
          <p:cNvSpPr txBox="1"/>
          <p:nvPr>
            <p:ph type="title"/>
          </p:nvPr>
        </p:nvSpPr>
        <p:spPr>
          <a:xfrm>
            <a:off x="4221360" y="426126"/>
            <a:ext cx="6865740" cy="972718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130" name="Body Level One…"/>
          <p:cNvSpPr txBox="1"/>
          <p:nvPr>
            <p:ph type="body" sz="half" idx="1"/>
          </p:nvPr>
        </p:nvSpPr>
        <p:spPr>
          <a:xfrm>
            <a:off x="4221360" y="1706328"/>
            <a:ext cx="6865740" cy="4545578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1" name="Picture Placeholder 9"/>
          <p:cNvSpPr/>
          <p:nvPr>
            <p:ph type="pic" sz="quarter" idx="21"/>
          </p:nvPr>
        </p:nvSpPr>
        <p:spPr>
          <a:xfrm>
            <a:off x="-2" y="1314522"/>
            <a:ext cx="3708002" cy="2455201"/>
          </a:xfrm>
          <a:prstGeom prst="rect">
            <a:avLst/>
          </a:prstGeom>
        </p:spPr>
        <p:txBody>
          <a:bodyPr lIns="91439" tIns="45719" rIns="91439" bIns="45719"/>
          <a:lstStyle/>
          <a:p>
            <a:pPr/>
          </a:p>
        </p:txBody>
      </p:sp>
      <p:sp>
        <p:nvSpPr>
          <p:cNvPr id="132" name="Picture Placeholder 11"/>
          <p:cNvSpPr/>
          <p:nvPr>
            <p:ph type="pic" sz="quarter" idx="22"/>
          </p:nvPr>
        </p:nvSpPr>
        <p:spPr>
          <a:xfrm>
            <a:off x="-2" y="3968153"/>
            <a:ext cx="3708002" cy="2455201"/>
          </a:xfrm>
          <a:prstGeom prst="rect">
            <a:avLst/>
          </a:prstGeom>
        </p:spPr>
        <p:txBody>
          <a:bodyPr lIns="91439" tIns="45719" rIns="91439" bIns="45719"/>
          <a:lstStyle/>
          <a:p>
            <a:pPr/>
          </a:p>
        </p:txBody>
      </p:sp>
      <p:sp>
        <p:nvSpPr>
          <p:cNvPr id="13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134" name="ESS.png" descr="ESS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30250" y="252000"/>
            <a:ext cx="1138321" cy="612001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47" name="Group"/>
          <p:cNvGrpSpPr/>
          <p:nvPr/>
        </p:nvGrpSpPr>
        <p:grpSpPr>
          <a:xfrm>
            <a:off x="10644799" y="935881"/>
            <a:ext cx="1506786" cy="5584238"/>
            <a:chOff x="0" y="0"/>
            <a:chExt cx="1506784" cy="5584236"/>
          </a:xfrm>
        </p:grpSpPr>
        <p:pic>
          <p:nvPicPr>
            <p:cNvPr id="135" name="Image" descr="Image"/>
            <p:cNvPicPr>
              <a:picLocks noChangeAspect="1"/>
            </p:cNvPicPr>
            <p:nvPr/>
          </p:nvPicPr>
          <p:blipFill>
            <a:blip r:embed="rId3">
              <a:extLst/>
            </a:blip>
            <a:srcRect l="0" t="0" r="0" b="0"/>
            <a:stretch>
              <a:fillRect/>
            </a:stretch>
          </p:blipFill>
          <p:spPr>
            <a:xfrm>
              <a:off x="0" y="0"/>
              <a:ext cx="1506785" cy="558423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36" name="Rectangle"/>
            <p:cNvSpPr/>
            <p:nvPr/>
          </p:nvSpPr>
          <p:spPr>
            <a:xfrm>
              <a:off x="26491" y="29555"/>
              <a:ext cx="1453952" cy="791704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6799" tIns="46799" rIns="46799" bIns="46799" numCol="1" anchor="ctr">
              <a:noAutofit/>
            </a:bodyPr>
            <a:lstStyle/>
            <a:p>
              <a:pPr/>
            </a:p>
          </p:txBody>
        </p:sp>
        <p:grpSp>
          <p:nvGrpSpPr>
            <p:cNvPr id="145" name="Group"/>
            <p:cNvGrpSpPr/>
            <p:nvPr/>
          </p:nvGrpSpPr>
          <p:grpSpPr>
            <a:xfrm>
              <a:off x="161144" y="50051"/>
              <a:ext cx="1271028" cy="5510910"/>
              <a:chOff x="0" y="0"/>
              <a:chExt cx="1271027" cy="5510908"/>
            </a:xfrm>
          </p:grpSpPr>
          <p:sp>
            <p:nvSpPr>
              <p:cNvPr id="137" name="2025 ISIS McStas School"/>
              <p:cNvSpPr txBox="1"/>
              <p:nvPr/>
            </p:nvSpPr>
            <p:spPr>
              <a:xfrm>
                <a:off x="0" y="4478221"/>
                <a:ext cx="1184497" cy="10326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0" tIns="0" rIns="0" bIns="0" numCol="1" anchor="b">
                <a:normAutofit fontScale="100000" lnSpcReduction="0"/>
              </a:bodyPr>
              <a:lstStyle/>
              <a:p>
                <a:pPr algn="ctr" defTabSz="521208">
                  <a:lnSpc>
                    <a:spcPct val="110000"/>
                  </a:lnSpc>
                  <a:spcBef>
                    <a:spcPts val="0"/>
                  </a:spcBef>
                  <a:defRPr b="1" i="1" sz="2109">
                    <a:solidFill>
                      <a:srgbClr val="FFFFFF"/>
                    </a:solidFill>
                  </a:defRPr>
                </a:pPr>
                <a:r>
                  <a:t>2025 ISIS</a:t>
                </a:r>
                <a:br/>
                <a:r>
                  <a:t>McStas School</a:t>
                </a:r>
              </a:p>
            </p:txBody>
          </p:sp>
          <p:grpSp>
            <p:nvGrpSpPr>
              <p:cNvPr id="144" name="Group"/>
              <p:cNvGrpSpPr/>
              <p:nvPr/>
            </p:nvGrpSpPr>
            <p:grpSpPr>
              <a:xfrm>
                <a:off x="545266" y="-1"/>
                <a:ext cx="725762" cy="757651"/>
                <a:chOff x="0" y="0"/>
                <a:chExt cx="725761" cy="757649"/>
              </a:xfrm>
            </p:grpSpPr>
            <p:sp>
              <p:nvSpPr>
                <p:cNvPr id="138" name="Logo color"/>
                <p:cNvSpPr/>
                <p:nvPr/>
              </p:nvSpPr>
              <p:spPr>
                <a:xfrm>
                  <a:off x="2507" y="452770"/>
                  <a:ext cx="117009" cy="170656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4597" y="18293"/>
                      </a:moveTo>
                      <a:cubicBezTo>
                        <a:pt x="10549" y="19881"/>
                        <a:pt x="11051" y="19881"/>
                        <a:pt x="17003" y="18293"/>
                      </a:cubicBezTo>
                      <a:cubicBezTo>
                        <a:pt x="17003" y="18293"/>
                        <a:pt x="17003" y="18293"/>
                        <a:pt x="21600" y="19949"/>
                      </a:cubicBezTo>
                      <a:cubicBezTo>
                        <a:pt x="21600" y="19949"/>
                        <a:pt x="21600" y="19949"/>
                        <a:pt x="17003" y="21600"/>
                      </a:cubicBezTo>
                      <a:cubicBezTo>
                        <a:pt x="11051" y="20016"/>
                        <a:pt x="10549" y="20016"/>
                        <a:pt x="4597" y="21600"/>
                      </a:cubicBezTo>
                      <a:cubicBezTo>
                        <a:pt x="4597" y="21600"/>
                        <a:pt x="4597" y="21600"/>
                        <a:pt x="0" y="19949"/>
                      </a:cubicBezTo>
                      <a:cubicBezTo>
                        <a:pt x="0" y="19949"/>
                        <a:pt x="0" y="19949"/>
                        <a:pt x="4597" y="18293"/>
                      </a:cubicBezTo>
                      <a:close/>
                      <a:moveTo>
                        <a:pt x="4597" y="14200"/>
                      </a:moveTo>
                      <a:cubicBezTo>
                        <a:pt x="10549" y="15790"/>
                        <a:pt x="11051" y="15790"/>
                        <a:pt x="17003" y="14200"/>
                      </a:cubicBezTo>
                      <a:cubicBezTo>
                        <a:pt x="17003" y="14200"/>
                        <a:pt x="17003" y="14200"/>
                        <a:pt x="21600" y="15858"/>
                      </a:cubicBezTo>
                      <a:cubicBezTo>
                        <a:pt x="21600" y="15858"/>
                        <a:pt x="21600" y="15858"/>
                        <a:pt x="17003" y="17512"/>
                      </a:cubicBezTo>
                      <a:cubicBezTo>
                        <a:pt x="11051" y="15925"/>
                        <a:pt x="10549" y="15925"/>
                        <a:pt x="4597" y="17512"/>
                      </a:cubicBezTo>
                      <a:cubicBezTo>
                        <a:pt x="4597" y="17512"/>
                        <a:pt x="4597" y="17512"/>
                        <a:pt x="0" y="15858"/>
                      </a:cubicBezTo>
                      <a:cubicBezTo>
                        <a:pt x="0" y="15858"/>
                        <a:pt x="0" y="15858"/>
                        <a:pt x="4597" y="14200"/>
                      </a:cubicBezTo>
                      <a:close/>
                      <a:moveTo>
                        <a:pt x="4597" y="10111"/>
                      </a:moveTo>
                      <a:cubicBezTo>
                        <a:pt x="10549" y="11702"/>
                        <a:pt x="11051" y="11702"/>
                        <a:pt x="17003" y="10111"/>
                      </a:cubicBezTo>
                      <a:cubicBezTo>
                        <a:pt x="17003" y="10111"/>
                        <a:pt x="17003" y="10111"/>
                        <a:pt x="21600" y="11769"/>
                      </a:cubicBezTo>
                      <a:cubicBezTo>
                        <a:pt x="21600" y="11769"/>
                        <a:pt x="21600" y="11769"/>
                        <a:pt x="17003" y="13423"/>
                      </a:cubicBezTo>
                      <a:cubicBezTo>
                        <a:pt x="11051" y="11837"/>
                        <a:pt x="10549" y="11837"/>
                        <a:pt x="4597" y="13423"/>
                      </a:cubicBezTo>
                      <a:cubicBezTo>
                        <a:pt x="4597" y="13423"/>
                        <a:pt x="4597" y="13423"/>
                        <a:pt x="0" y="11769"/>
                      </a:cubicBezTo>
                      <a:cubicBezTo>
                        <a:pt x="0" y="11769"/>
                        <a:pt x="0" y="11769"/>
                        <a:pt x="4597" y="10111"/>
                      </a:cubicBezTo>
                      <a:close/>
                      <a:moveTo>
                        <a:pt x="2971" y="918"/>
                      </a:moveTo>
                      <a:lnTo>
                        <a:pt x="2971" y="6926"/>
                      </a:lnTo>
                      <a:cubicBezTo>
                        <a:pt x="2971" y="6926"/>
                        <a:pt x="2971" y="6926"/>
                        <a:pt x="3980" y="6926"/>
                      </a:cubicBezTo>
                      <a:cubicBezTo>
                        <a:pt x="4430" y="6926"/>
                        <a:pt x="4695" y="6878"/>
                        <a:pt x="4903" y="6708"/>
                      </a:cubicBezTo>
                      <a:cubicBezTo>
                        <a:pt x="5220" y="6447"/>
                        <a:pt x="5249" y="5917"/>
                        <a:pt x="5249" y="4849"/>
                      </a:cubicBezTo>
                      <a:cubicBezTo>
                        <a:pt x="5249" y="4849"/>
                        <a:pt x="5249" y="4849"/>
                        <a:pt x="5249" y="2990"/>
                      </a:cubicBezTo>
                      <a:cubicBezTo>
                        <a:pt x="5249" y="1926"/>
                        <a:pt x="5220" y="1396"/>
                        <a:pt x="4903" y="1135"/>
                      </a:cubicBezTo>
                      <a:cubicBezTo>
                        <a:pt x="4695" y="965"/>
                        <a:pt x="4430" y="918"/>
                        <a:pt x="3980" y="918"/>
                      </a:cubicBezTo>
                      <a:cubicBezTo>
                        <a:pt x="3980" y="918"/>
                        <a:pt x="3980" y="918"/>
                        <a:pt x="2971" y="918"/>
                      </a:cubicBezTo>
                      <a:close/>
                      <a:moveTo>
                        <a:pt x="8068" y="0"/>
                      </a:moveTo>
                      <a:cubicBezTo>
                        <a:pt x="8068" y="0"/>
                        <a:pt x="8068" y="0"/>
                        <a:pt x="13456" y="0"/>
                      </a:cubicBezTo>
                      <a:cubicBezTo>
                        <a:pt x="13542" y="0"/>
                        <a:pt x="13594" y="16"/>
                        <a:pt x="13635" y="44"/>
                      </a:cubicBezTo>
                      <a:cubicBezTo>
                        <a:pt x="13669" y="67"/>
                        <a:pt x="13698" y="103"/>
                        <a:pt x="13698" y="162"/>
                      </a:cubicBezTo>
                      <a:cubicBezTo>
                        <a:pt x="13698" y="162"/>
                        <a:pt x="13698" y="162"/>
                        <a:pt x="13698" y="827"/>
                      </a:cubicBezTo>
                      <a:cubicBezTo>
                        <a:pt x="13698" y="886"/>
                        <a:pt x="13669" y="922"/>
                        <a:pt x="13635" y="945"/>
                      </a:cubicBezTo>
                      <a:cubicBezTo>
                        <a:pt x="13594" y="973"/>
                        <a:pt x="13542" y="989"/>
                        <a:pt x="13456" y="989"/>
                      </a:cubicBezTo>
                      <a:cubicBezTo>
                        <a:pt x="13456" y="989"/>
                        <a:pt x="13456" y="989"/>
                        <a:pt x="11731" y="989"/>
                      </a:cubicBezTo>
                      <a:cubicBezTo>
                        <a:pt x="11731" y="989"/>
                        <a:pt x="11731" y="989"/>
                        <a:pt x="11731" y="7681"/>
                      </a:cubicBezTo>
                      <a:cubicBezTo>
                        <a:pt x="11731" y="7740"/>
                        <a:pt x="11708" y="7776"/>
                        <a:pt x="11667" y="7800"/>
                      </a:cubicBezTo>
                      <a:cubicBezTo>
                        <a:pt x="11633" y="7827"/>
                        <a:pt x="11581" y="7843"/>
                        <a:pt x="11494" y="7843"/>
                      </a:cubicBezTo>
                      <a:cubicBezTo>
                        <a:pt x="11494" y="7843"/>
                        <a:pt x="11494" y="7843"/>
                        <a:pt x="10029" y="7843"/>
                      </a:cubicBezTo>
                      <a:cubicBezTo>
                        <a:pt x="9943" y="7843"/>
                        <a:pt x="9891" y="7827"/>
                        <a:pt x="9850" y="7800"/>
                      </a:cubicBezTo>
                      <a:cubicBezTo>
                        <a:pt x="9810" y="7776"/>
                        <a:pt x="9787" y="7740"/>
                        <a:pt x="9787" y="7681"/>
                      </a:cubicBezTo>
                      <a:cubicBezTo>
                        <a:pt x="9787" y="7681"/>
                        <a:pt x="9787" y="7681"/>
                        <a:pt x="9787" y="989"/>
                      </a:cubicBezTo>
                      <a:cubicBezTo>
                        <a:pt x="9787" y="989"/>
                        <a:pt x="9787" y="989"/>
                        <a:pt x="8068" y="989"/>
                      </a:cubicBezTo>
                      <a:cubicBezTo>
                        <a:pt x="7981" y="989"/>
                        <a:pt x="7929" y="973"/>
                        <a:pt x="7889" y="945"/>
                      </a:cubicBezTo>
                      <a:cubicBezTo>
                        <a:pt x="7849" y="922"/>
                        <a:pt x="7825" y="886"/>
                        <a:pt x="7825" y="827"/>
                      </a:cubicBezTo>
                      <a:cubicBezTo>
                        <a:pt x="7825" y="827"/>
                        <a:pt x="7825" y="827"/>
                        <a:pt x="7825" y="162"/>
                      </a:cubicBezTo>
                      <a:cubicBezTo>
                        <a:pt x="7825" y="103"/>
                        <a:pt x="7849" y="67"/>
                        <a:pt x="7889" y="44"/>
                      </a:cubicBezTo>
                      <a:cubicBezTo>
                        <a:pt x="7929" y="16"/>
                        <a:pt x="7981" y="0"/>
                        <a:pt x="8068" y="0"/>
                      </a:cubicBezTo>
                      <a:close/>
                      <a:moveTo>
                        <a:pt x="1390" y="0"/>
                      </a:moveTo>
                      <a:cubicBezTo>
                        <a:pt x="1390" y="0"/>
                        <a:pt x="1390" y="0"/>
                        <a:pt x="4257" y="0"/>
                      </a:cubicBezTo>
                      <a:cubicBezTo>
                        <a:pt x="5370" y="0"/>
                        <a:pt x="6051" y="174"/>
                        <a:pt x="6466" y="538"/>
                      </a:cubicBezTo>
                      <a:cubicBezTo>
                        <a:pt x="7072" y="1036"/>
                        <a:pt x="7089" y="1843"/>
                        <a:pt x="7089" y="3077"/>
                      </a:cubicBezTo>
                      <a:cubicBezTo>
                        <a:pt x="7089" y="3077"/>
                        <a:pt x="7089" y="3077"/>
                        <a:pt x="7089" y="4766"/>
                      </a:cubicBezTo>
                      <a:cubicBezTo>
                        <a:pt x="7089" y="6000"/>
                        <a:pt x="7072" y="6807"/>
                        <a:pt x="6466" y="7305"/>
                      </a:cubicBezTo>
                      <a:cubicBezTo>
                        <a:pt x="6051" y="7669"/>
                        <a:pt x="5370" y="7843"/>
                        <a:pt x="4257" y="7843"/>
                      </a:cubicBezTo>
                      <a:cubicBezTo>
                        <a:pt x="4257" y="7843"/>
                        <a:pt x="4257" y="7843"/>
                        <a:pt x="1390" y="7843"/>
                      </a:cubicBezTo>
                      <a:cubicBezTo>
                        <a:pt x="1304" y="7843"/>
                        <a:pt x="1252" y="7827"/>
                        <a:pt x="1217" y="7800"/>
                      </a:cubicBezTo>
                      <a:cubicBezTo>
                        <a:pt x="1177" y="7776"/>
                        <a:pt x="1154" y="7740"/>
                        <a:pt x="1154" y="7681"/>
                      </a:cubicBezTo>
                      <a:cubicBezTo>
                        <a:pt x="1154" y="7681"/>
                        <a:pt x="1154" y="7681"/>
                        <a:pt x="1154" y="162"/>
                      </a:cubicBezTo>
                      <a:cubicBezTo>
                        <a:pt x="1154" y="103"/>
                        <a:pt x="1177" y="67"/>
                        <a:pt x="1217" y="44"/>
                      </a:cubicBezTo>
                      <a:cubicBezTo>
                        <a:pt x="1252" y="16"/>
                        <a:pt x="1304" y="0"/>
                        <a:pt x="1390" y="0"/>
                      </a:cubicBezTo>
                      <a:close/>
                      <a:moveTo>
                        <a:pt x="14706" y="0"/>
                      </a:moveTo>
                      <a:cubicBezTo>
                        <a:pt x="14706" y="0"/>
                        <a:pt x="14706" y="0"/>
                        <a:pt x="16045" y="0"/>
                      </a:cubicBezTo>
                      <a:cubicBezTo>
                        <a:pt x="16131" y="0"/>
                        <a:pt x="16183" y="16"/>
                        <a:pt x="16224" y="44"/>
                      </a:cubicBezTo>
                      <a:cubicBezTo>
                        <a:pt x="16264" y="67"/>
                        <a:pt x="16287" y="103"/>
                        <a:pt x="16287" y="162"/>
                      </a:cubicBezTo>
                      <a:cubicBezTo>
                        <a:pt x="16287" y="162"/>
                        <a:pt x="16287" y="162"/>
                        <a:pt x="16287" y="5712"/>
                      </a:cubicBezTo>
                      <a:cubicBezTo>
                        <a:pt x="16287" y="6314"/>
                        <a:pt x="16368" y="6646"/>
                        <a:pt x="16627" y="6844"/>
                      </a:cubicBezTo>
                      <a:cubicBezTo>
                        <a:pt x="16818" y="6990"/>
                        <a:pt x="17072" y="7053"/>
                        <a:pt x="17406" y="7053"/>
                      </a:cubicBezTo>
                      <a:cubicBezTo>
                        <a:pt x="17776" y="7053"/>
                        <a:pt x="18041" y="6982"/>
                        <a:pt x="18226" y="6844"/>
                      </a:cubicBezTo>
                      <a:cubicBezTo>
                        <a:pt x="18503" y="6638"/>
                        <a:pt x="18566" y="6294"/>
                        <a:pt x="18566" y="5712"/>
                      </a:cubicBezTo>
                      <a:cubicBezTo>
                        <a:pt x="18566" y="5712"/>
                        <a:pt x="18566" y="5712"/>
                        <a:pt x="18566" y="162"/>
                      </a:cubicBezTo>
                      <a:cubicBezTo>
                        <a:pt x="18566" y="103"/>
                        <a:pt x="18589" y="67"/>
                        <a:pt x="18630" y="44"/>
                      </a:cubicBezTo>
                      <a:cubicBezTo>
                        <a:pt x="18664" y="16"/>
                        <a:pt x="18722" y="0"/>
                        <a:pt x="18803" y="0"/>
                      </a:cubicBezTo>
                      <a:cubicBezTo>
                        <a:pt x="18803" y="0"/>
                        <a:pt x="18803" y="0"/>
                        <a:pt x="20147" y="0"/>
                      </a:cubicBezTo>
                      <a:cubicBezTo>
                        <a:pt x="20234" y="0"/>
                        <a:pt x="20286" y="16"/>
                        <a:pt x="20320" y="44"/>
                      </a:cubicBezTo>
                      <a:cubicBezTo>
                        <a:pt x="20361" y="67"/>
                        <a:pt x="20384" y="103"/>
                        <a:pt x="20384" y="162"/>
                      </a:cubicBezTo>
                      <a:cubicBezTo>
                        <a:pt x="20384" y="162"/>
                        <a:pt x="20384" y="162"/>
                        <a:pt x="20384" y="5716"/>
                      </a:cubicBezTo>
                      <a:cubicBezTo>
                        <a:pt x="20384" y="6464"/>
                        <a:pt x="20257" y="6962"/>
                        <a:pt x="19732" y="7382"/>
                      </a:cubicBezTo>
                      <a:cubicBezTo>
                        <a:pt x="19287" y="7738"/>
                        <a:pt x="18560" y="7943"/>
                        <a:pt x="17430" y="7943"/>
                      </a:cubicBezTo>
                      <a:cubicBezTo>
                        <a:pt x="16316" y="7943"/>
                        <a:pt x="15583" y="7750"/>
                        <a:pt x="15093" y="7382"/>
                      </a:cubicBezTo>
                      <a:cubicBezTo>
                        <a:pt x="14625" y="7030"/>
                        <a:pt x="14469" y="6523"/>
                        <a:pt x="14469" y="5716"/>
                      </a:cubicBezTo>
                      <a:cubicBezTo>
                        <a:pt x="14469" y="5716"/>
                        <a:pt x="14469" y="5716"/>
                        <a:pt x="14469" y="162"/>
                      </a:cubicBezTo>
                      <a:cubicBezTo>
                        <a:pt x="14469" y="103"/>
                        <a:pt x="14493" y="67"/>
                        <a:pt x="14527" y="44"/>
                      </a:cubicBezTo>
                      <a:cubicBezTo>
                        <a:pt x="14568" y="16"/>
                        <a:pt x="14620" y="0"/>
                        <a:pt x="14706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6799" tIns="46799" rIns="46799" bIns="46799" numCol="1" anchor="t">
                  <a:noAutofit/>
                </a:bodyPr>
                <a:lstStyle/>
                <a:p>
                  <a:pPr>
                    <a:defRPr>
                      <a:latin typeface="Verdana"/>
                      <a:ea typeface="Verdana"/>
                      <a:cs typeface="Verdana"/>
                      <a:sym typeface="Verdana"/>
                    </a:defRPr>
                  </a:pPr>
                </a:p>
              </p:txBody>
            </p:sp>
            <p:pic>
              <p:nvPicPr>
                <p:cNvPr id="139" name="logoill.pdf" descr="logoill.pdf"/>
                <p:cNvPicPr>
                  <a:picLocks noChangeAspect="0"/>
                </p:cNvPicPr>
                <p:nvPr/>
              </p:nvPicPr>
              <p:blipFill>
                <a:blip r:embed="rId4">
                  <a:extLst/>
                </a:blip>
                <a:stretch>
                  <a:fillRect/>
                </a:stretch>
              </p:blipFill>
              <p:spPr>
                <a:xfrm>
                  <a:off x="486613" y="459579"/>
                  <a:ext cx="164286" cy="157037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140" name="mcstas-logo.pdf" descr="mcstas-logo.pdf"/>
                <p:cNvPicPr>
                  <a:picLocks noChangeAspect="0"/>
                </p:cNvPicPr>
                <p:nvPr/>
              </p:nvPicPr>
              <p:blipFill>
                <a:blip r:embed="rId5">
                  <a:extLst/>
                </a:blip>
                <a:srcRect l="0" t="0" r="0" b="0"/>
                <a:stretch>
                  <a:fillRect/>
                </a:stretch>
              </p:blipFill>
              <p:spPr>
                <a:xfrm>
                  <a:off x="0" y="0"/>
                  <a:ext cx="725762" cy="426459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141" name="PSI-Logo_trans.png" descr="PSI-Logo_trans.png"/>
                <p:cNvPicPr>
                  <a:picLocks noChangeAspect="0"/>
                </p:cNvPicPr>
                <p:nvPr/>
              </p:nvPicPr>
              <p:blipFill>
                <a:blip r:embed="rId6">
                  <a:extLst/>
                </a:blip>
                <a:stretch>
                  <a:fillRect/>
                </a:stretch>
              </p:blipFill>
              <p:spPr>
                <a:xfrm>
                  <a:off x="270340" y="501170"/>
                  <a:ext cx="204490" cy="74865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142" name="ku-logo.pdf" descr="ku-logo.pdf"/>
                <p:cNvPicPr>
                  <a:picLocks noChangeAspect="0"/>
                </p:cNvPicPr>
                <p:nvPr/>
              </p:nvPicPr>
              <p:blipFill>
                <a:blip r:embed="rId7">
                  <a:extLst/>
                </a:blip>
                <a:stretch>
                  <a:fillRect/>
                </a:stretch>
              </p:blipFill>
              <p:spPr>
                <a:xfrm>
                  <a:off x="131011" y="451261"/>
                  <a:ext cx="128373" cy="174419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143" name="ESS_Logo_Frugal_Blue_cmyk.png" descr="ESS_Logo_Frugal_Blue_cmyk.png"/>
                <p:cNvPicPr>
                  <a:picLocks noChangeAspect="0"/>
                </p:cNvPicPr>
                <p:nvPr/>
              </p:nvPicPr>
              <p:blipFill>
                <a:blip r:embed="rId8">
                  <a:extLst/>
                </a:blip>
                <a:stretch>
                  <a:fillRect/>
                </a:stretch>
              </p:blipFill>
              <p:spPr>
                <a:xfrm>
                  <a:off x="214914" y="607364"/>
                  <a:ext cx="279297" cy="150286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</p:grpSp>
        </p:grpSp>
        <p:pic>
          <p:nvPicPr>
            <p:cNvPr id="146" name="Image" descr="Image"/>
            <p:cNvPicPr>
              <a:picLocks noChangeAspect="1"/>
            </p:cNvPicPr>
            <p:nvPr/>
          </p:nvPicPr>
          <p:blipFill>
            <a:blip r:embed="rId9">
              <a:extLst/>
            </a:blip>
            <a:srcRect l="0" t="0" r="77004" b="0"/>
            <a:stretch>
              <a:fillRect/>
            </a:stretch>
          </p:blipFill>
          <p:spPr>
            <a:xfrm>
              <a:off x="44293" y="62025"/>
              <a:ext cx="617630" cy="61184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148" name="UserProfile.Offices.Workarea_{{DocumentLanguage}}text"/>
          <p:cNvSpPr txBox="1"/>
          <p:nvPr/>
        </p:nvSpPr>
        <p:spPr>
          <a:xfrm>
            <a:off x="1774725" y="6636099"/>
            <a:ext cx="339707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spcBef>
                <a:spcPts val="0"/>
              </a:spcBef>
              <a:defRPr b="1" sz="700">
                <a:solidFill>
                  <a:srgbClr val="FFFFFF"/>
                </a:solidFill>
              </a:defRPr>
            </a:lvl1pPr>
          </a:lstStyle>
          <a:p>
            <a:pPr/>
            <a:r>
              <a:t>2025 ISIS McStas school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hree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Logo color"/>
          <p:cNvSpPr/>
          <p:nvPr/>
        </p:nvSpPr>
        <p:spPr>
          <a:xfrm>
            <a:off x="252000" y="252000"/>
            <a:ext cx="419612" cy="612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4597" y="18293"/>
                </a:moveTo>
                <a:cubicBezTo>
                  <a:pt x="10549" y="19881"/>
                  <a:pt x="11051" y="19881"/>
                  <a:pt x="17003" y="18293"/>
                </a:cubicBezTo>
                <a:cubicBezTo>
                  <a:pt x="17003" y="18293"/>
                  <a:pt x="17003" y="18293"/>
                  <a:pt x="21600" y="19949"/>
                </a:cubicBezTo>
                <a:cubicBezTo>
                  <a:pt x="21600" y="19949"/>
                  <a:pt x="21600" y="19949"/>
                  <a:pt x="17003" y="21600"/>
                </a:cubicBezTo>
                <a:cubicBezTo>
                  <a:pt x="11051" y="20016"/>
                  <a:pt x="10549" y="20016"/>
                  <a:pt x="4597" y="21600"/>
                </a:cubicBezTo>
                <a:cubicBezTo>
                  <a:pt x="4597" y="21600"/>
                  <a:pt x="4597" y="21600"/>
                  <a:pt x="0" y="19949"/>
                </a:cubicBezTo>
                <a:cubicBezTo>
                  <a:pt x="0" y="19949"/>
                  <a:pt x="0" y="19949"/>
                  <a:pt x="4597" y="18293"/>
                </a:cubicBezTo>
                <a:close/>
                <a:moveTo>
                  <a:pt x="4597" y="14200"/>
                </a:moveTo>
                <a:cubicBezTo>
                  <a:pt x="10549" y="15790"/>
                  <a:pt x="11051" y="15790"/>
                  <a:pt x="17003" y="14200"/>
                </a:cubicBezTo>
                <a:cubicBezTo>
                  <a:pt x="17003" y="14200"/>
                  <a:pt x="17003" y="14200"/>
                  <a:pt x="21600" y="15858"/>
                </a:cubicBezTo>
                <a:cubicBezTo>
                  <a:pt x="21600" y="15858"/>
                  <a:pt x="21600" y="15858"/>
                  <a:pt x="17003" y="17512"/>
                </a:cubicBezTo>
                <a:cubicBezTo>
                  <a:pt x="11051" y="15925"/>
                  <a:pt x="10549" y="15925"/>
                  <a:pt x="4597" y="17512"/>
                </a:cubicBezTo>
                <a:cubicBezTo>
                  <a:pt x="4597" y="17512"/>
                  <a:pt x="4597" y="17512"/>
                  <a:pt x="0" y="15858"/>
                </a:cubicBezTo>
                <a:cubicBezTo>
                  <a:pt x="0" y="15858"/>
                  <a:pt x="0" y="15858"/>
                  <a:pt x="4597" y="14200"/>
                </a:cubicBezTo>
                <a:close/>
                <a:moveTo>
                  <a:pt x="4597" y="10111"/>
                </a:moveTo>
                <a:cubicBezTo>
                  <a:pt x="10549" y="11702"/>
                  <a:pt x="11051" y="11702"/>
                  <a:pt x="17003" y="10111"/>
                </a:cubicBezTo>
                <a:cubicBezTo>
                  <a:pt x="17003" y="10111"/>
                  <a:pt x="17003" y="10111"/>
                  <a:pt x="21600" y="11769"/>
                </a:cubicBezTo>
                <a:cubicBezTo>
                  <a:pt x="21600" y="11769"/>
                  <a:pt x="21600" y="11769"/>
                  <a:pt x="17003" y="13423"/>
                </a:cubicBezTo>
                <a:cubicBezTo>
                  <a:pt x="11051" y="11837"/>
                  <a:pt x="10549" y="11837"/>
                  <a:pt x="4597" y="13423"/>
                </a:cubicBezTo>
                <a:cubicBezTo>
                  <a:pt x="4597" y="13423"/>
                  <a:pt x="4597" y="13423"/>
                  <a:pt x="0" y="11769"/>
                </a:cubicBezTo>
                <a:cubicBezTo>
                  <a:pt x="0" y="11769"/>
                  <a:pt x="0" y="11769"/>
                  <a:pt x="4597" y="10111"/>
                </a:cubicBezTo>
                <a:close/>
                <a:moveTo>
                  <a:pt x="2971" y="918"/>
                </a:moveTo>
                <a:lnTo>
                  <a:pt x="2971" y="6926"/>
                </a:lnTo>
                <a:cubicBezTo>
                  <a:pt x="2971" y="6926"/>
                  <a:pt x="2971" y="6926"/>
                  <a:pt x="3980" y="6926"/>
                </a:cubicBezTo>
                <a:cubicBezTo>
                  <a:pt x="4430" y="6926"/>
                  <a:pt x="4695" y="6878"/>
                  <a:pt x="4903" y="6708"/>
                </a:cubicBezTo>
                <a:cubicBezTo>
                  <a:pt x="5220" y="6447"/>
                  <a:pt x="5249" y="5917"/>
                  <a:pt x="5249" y="4849"/>
                </a:cubicBezTo>
                <a:cubicBezTo>
                  <a:pt x="5249" y="4849"/>
                  <a:pt x="5249" y="4849"/>
                  <a:pt x="5249" y="2990"/>
                </a:cubicBezTo>
                <a:cubicBezTo>
                  <a:pt x="5249" y="1926"/>
                  <a:pt x="5220" y="1396"/>
                  <a:pt x="4903" y="1135"/>
                </a:cubicBezTo>
                <a:cubicBezTo>
                  <a:pt x="4695" y="965"/>
                  <a:pt x="4430" y="918"/>
                  <a:pt x="3980" y="918"/>
                </a:cubicBezTo>
                <a:cubicBezTo>
                  <a:pt x="3980" y="918"/>
                  <a:pt x="3980" y="918"/>
                  <a:pt x="2971" y="918"/>
                </a:cubicBezTo>
                <a:close/>
                <a:moveTo>
                  <a:pt x="8068" y="0"/>
                </a:moveTo>
                <a:cubicBezTo>
                  <a:pt x="8068" y="0"/>
                  <a:pt x="8068" y="0"/>
                  <a:pt x="13456" y="0"/>
                </a:cubicBezTo>
                <a:cubicBezTo>
                  <a:pt x="13542" y="0"/>
                  <a:pt x="13594" y="16"/>
                  <a:pt x="13635" y="44"/>
                </a:cubicBezTo>
                <a:cubicBezTo>
                  <a:pt x="13669" y="67"/>
                  <a:pt x="13698" y="103"/>
                  <a:pt x="13698" y="162"/>
                </a:cubicBezTo>
                <a:cubicBezTo>
                  <a:pt x="13698" y="162"/>
                  <a:pt x="13698" y="162"/>
                  <a:pt x="13698" y="827"/>
                </a:cubicBezTo>
                <a:cubicBezTo>
                  <a:pt x="13698" y="886"/>
                  <a:pt x="13669" y="922"/>
                  <a:pt x="13635" y="945"/>
                </a:cubicBezTo>
                <a:cubicBezTo>
                  <a:pt x="13594" y="973"/>
                  <a:pt x="13542" y="989"/>
                  <a:pt x="13456" y="989"/>
                </a:cubicBezTo>
                <a:cubicBezTo>
                  <a:pt x="13456" y="989"/>
                  <a:pt x="13456" y="989"/>
                  <a:pt x="11731" y="989"/>
                </a:cubicBezTo>
                <a:cubicBezTo>
                  <a:pt x="11731" y="989"/>
                  <a:pt x="11731" y="989"/>
                  <a:pt x="11731" y="7681"/>
                </a:cubicBezTo>
                <a:cubicBezTo>
                  <a:pt x="11731" y="7740"/>
                  <a:pt x="11708" y="7776"/>
                  <a:pt x="11667" y="7800"/>
                </a:cubicBezTo>
                <a:cubicBezTo>
                  <a:pt x="11633" y="7827"/>
                  <a:pt x="11581" y="7843"/>
                  <a:pt x="11494" y="7843"/>
                </a:cubicBezTo>
                <a:cubicBezTo>
                  <a:pt x="11494" y="7843"/>
                  <a:pt x="11494" y="7843"/>
                  <a:pt x="10029" y="7843"/>
                </a:cubicBezTo>
                <a:cubicBezTo>
                  <a:pt x="9943" y="7843"/>
                  <a:pt x="9891" y="7827"/>
                  <a:pt x="9850" y="7800"/>
                </a:cubicBezTo>
                <a:cubicBezTo>
                  <a:pt x="9810" y="7776"/>
                  <a:pt x="9787" y="7740"/>
                  <a:pt x="9787" y="7681"/>
                </a:cubicBezTo>
                <a:cubicBezTo>
                  <a:pt x="9787" y="7681"/>
                  <a:pt x="9787" y="7681"/>
                  <a:pt x="9787" y="989"/>
                </a:cubicBezTo>
                <a:cubicBezTo>
                  <a:pt x="9787" y="989"/>
                  <a:pt x="9787" y="989"/>
                  <a:pt x="8068" y="989"/>
                </a:cubicBezTo>
                <a:cubicBezTo>
                  <a:pt x="7981" y="989"/>
                  <a:pt x="7929" y="973"/>
                  <a:pt x="7889" y="945"/>
                </a:cubicBezTo>
                <a:cubicBezTo>
                  <a:pt x="7849" y="922"/>
                  <a:pt x="7825" y="886"/>
                  <a:pt x="7825" y="827"/>
                </a:cubicBezTo>
                <a:cubicBezTo>
                  <a:pt x="7825" y="827"/>
                  <a:pt x="7825" y="827"/>
                  <a:pt x="7825" y="162"/>
                </a:cubicBezTo>
                <a:cubicBezTo>
                  <a:pt x="7825" y="103"/>
                  <a:pt x="7849" y="67"/>
                  <a:pt x="7889" y="44"/>
                </a:cubicBezTo>
                <a:cubicBezTo>
                  <a:pt x="7929" y="16"/>
                  <a:pt x="7981" y="0"/>
                  <a:pt x="8068" y="0"/>
                </a:cubicBezTo>
                <a:close/>
                <a:moveTo>
                  <a:pt x="1390" y="0"/>
                </a:moveTo>
                <a:cubicBezTo>
                  <a:pt x="1390" y="0"/>
                  <a:pt x="1390" y="0"/>
                  <a:pt x="4257" y="0"/>
                </a:cubicBezTo>
                <a:cubicBezTo>
                  <a:pt x="5370" y="0"/>
                  <a:pt x="6051" y="174"/>
                  <a:pt x="6466" y="538"/>
                </a:cubicBezTo>
                <a:cubicBezTo>
                  <a:pt x="7072" y="1036"/>
                  <a:pt x="7089" y="1843"/>
                  <a:pt x="7089" y="3077"/>
                </a:cubicBezTo>
                <a:cubicBezTo>
                  <a:pt x="7089" y="3077"/>
                  <a:pt x="7089" y="3077"/>
                  <a:pt x="7089" y="4766"/>
                </a:cubicBezTo>
                <a:cubicBezTo>
                  <a:pt x="7089" y="6000"/>
                  <a:pt x="7072" y="6807"/>
                  <a:pt x="6466" y="7305"/>
                </a:cubicBezTo>
                <a:cubicBezTo>
                  <a:pt x="6051" y="7669"/>
                  <a:pt x="5370" y="7843"/>
                  <a:pt x="4257" y="7843"/>
                </a:cubicBezTo>
                <a:cubicBezTo>
                  <a:pt x="4257" y="7843"/>
                  <a:pt x="4257" y="7843"/>
                  <a:pt x="1390" y="7843"/>
                </a:cubicBezTo>
                <a:cubicBezTo>
                  <a:pt x="1304" y="7843"/>
                  <a:pt x="1252" y="7827"/>
                  <a:pt x="1217" y="7800"/>
                </a:cubicBezTo>
                <a:cubicBezTo>
                  <a:pt x="1177" y="7776"/>
                  <a:pt x="1154" y="7740"/>
                  <a:pt x="1154" y="7681"/>
                </a:cubicBezTo>
                <a:cubicBezTo>
                  <a:pt x="1154" y="7681"/>
                  <a:pt x="1154" y="7681"/>
                  <a:pt x="1154" y="162"/>
                </a:cubicBezTo>
                <a:cubicBezTo>
                  <a:pt x="1154" y="103"/>
                  <a:pt x="1177" y="67"/>
                  <a:pt x="1217" y="44"/>
                </a:cubicBezTo>
                <a:cubicBezTo>
                  <a:pt x="1252" y="16"/>
                  <a:pt x="1304" y="0"/>
                  <a:pt x="1390" y="0"/>
                </a:cubicBezTo>
                <a:close/>
                <a:moveTo>
                  <a:pt x="14706" y="0"/>
                </a:moveTo>
                <a:cubicBezTo>
                  <a:pt x="14706" y="0"/>
                  <a:pt x="14706" y="0"/>
                  <a:pt x="16045" y="0"/>
                </a:cubicBezTo>
                <a:cubicBezTo>
                  <a:pt x="16131" y="0"/>
                  <a:pt x="16183" y="16"/>
                  <a:pt x="16224" y="44"/>
                </a:cubicBezTo>
                <a:cubicBezTo>
                  <a:pt x="16264" y="67"/>
                  <a:pt x="16287" y="103"/>
                  <a:pt x="16287" y="162"/>
                </a:cubicBezTo>
                <a:cubicBezTo>
                  <a:pt x="16287" y="162"/>
                  <a:pt x="16287" y="162"/>
                  <a:pt x="16287" y="5712"/>
                </a:cubicBezTo>
                <a:cubicBezTo>
                  <a:pt x="16287" y="6314"/>
                  <a:pt x="16368" y="6646"/>
                  <a:pt x="16627" y="6844"/>
                </a:cubicBezTo>
                <a:cubicBezTo>
                  <a:pt x="16818" y="6990"/>
                  <a:pt x="17072" y="7053"/>
                  <a:pt x="17406" y="7053"/>
                </a:cubicBezTo>
                <a:cubicBezTo>
                  <a:pt x="17776" y="7053"/>
                  <a:pt x="18041" y="6982"/>
                  <a:pt x="18226" y="6844"/>
                </a:cubicBezTo>
                <a:cubicBezTo>
                  <a:pt x="18503" y="6638"/>
                  <a:pt x="18566" y="6294"/>
                  <a:pt x="18566" y="5712"/>
                </a:cubicBezTo>
                <a:cubicBezTo>
                  <a:pt x="18566" y="5712"/>
                  <a:pt x="18566" y="5712"/>
                  <a:pt x="18566" y="162"/>
                </a:cubicBezTo>
                <a:cubicBezTo>
                  <a:pt x="18566" y="103"/>
                  <a:pt x="18589" y="67"/>
                  <a:pt x="18630" y="44"/>
                </a:cubicBezTo>
                <a:cubicBezTo>
                  <a:pt x="18664" y="16"/>
                  <a:pt x="18722" y="0"/>
                  <a:pt x="18803" y="0"/>
                </a:cubicBezTo>
                <a:cubicBezTo>
                  <a:pt x="18803" y="0"/>
                  <a:pt x="18803" y="0"/>
                  <a:pt x="20147" y="0"/>
                </a:cubicBezTo>
                <a:cubicBezTo>
                  <a:pt x="20234" y="0"/>
                  <a:pt x="20286" y="16"/>
                  <a:pt x="20320" y="44"/>
                </a:cubicBezTo>
                <a:cubicBezTo>
                  <a:pt x="20361" y="67"/>
                  <a:pt x="20384" y="103"/>
                  <a:pt x="20384" y="162"/>
                </a:cubicBezTo>
                <a:cubicBezTo>
                  <a:pt x="20384" y="162"/>
                  <a:pt x="20384" y="162"/>
                  <a:pt x="20384" y="5716"/>
                </a:cubicBezTo>
                <a:cubicBezTo>
                  <a:pt x="20384" y="6464"/>
                  <a:pt x="20257" y="6962"/>
                  <a:pt x="19732" y="7382"/>
                </a:cubicBezTo>
                <a:cubicBezTo>
                  <a:pt x="19287" y="7738"/>
                  <a:pt x="18560" y="7943"/>
                  <a:pt x="17430" y="7943"/>
                </a:cubicBezTo>
                <a:cubicBezTo>
                  <a:pt x="16316" y="7943"/>
                  <a:pt x="15583" y="7750"/>
                  <a:pt x="15093" y="7382"/>
                </a:cubicBezTo>
                <a:cubicBezTo>
                  <a:pt x="14625" y="7030"/>
                  <a:pt x="14469" y="6523"/>
                  <a:pt x="14469" y="5716"/>
                </a:cubicBezTo>
                <a:cubicBezTo>
                  <a:pt x="14469" y="5716"/>
                  <a:pt x="14469" y="5716"/>
                  <a:pt x="14469" y="162"/>
                </a:cubicBezTo>
                <a:cubicBezTo>
                  <a:pt x="14469" y="103"/>
                  <a:pt x="14493" y="67"/>
                  <a:pt x="14527" y="44"/>
                </a:cubicBezTo>
                <a:cubicBezTo>
                  <a:pt x="14568" y="16"/>
                  <a:pt x="14620" y="0"/>
                  <a:pt x="14706" y="0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6799" tIns="46799" rIns="46799" bIns="46799"/>
          <a:lstStyle/>
          <a:p>
            <a:pPr>
              <a:defRPr>
                <a:latin typeface="Verdana"/>
                <a:ea typeface="Verdana"/>
                <a:cs typeface="Verdana"/>
                <a:sym typeface="Verdana"/>
              </a:defRPr>
            </a:pPr>
          </a:p>
        </p:txBody>
      </p:sp>
      <p:sp>
        <p:nvSpPr>
          <p:cNvPr id="156" name="Bottom bar"/>
          <p:cNvSpPr/>
          <p:nvPr/>
        </p:nvSpPr>
        <p:spPr>
          <a:xfrm>
            <a:off x="0" y="6541199"/>
            <a:ext cx="12193200" cy="31680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6799" tIns="46799" rIns="46799" bIns="46799" anchor="ctr"/>
          <a:lstStyle/>
          <a:p>
            <a:pPr algn="ctr">
              <a:spcBef>
                <a:spcPts val="400"/>
              </a:spcBef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7" name="Top bar"/>
          <p:cNvSpPr/>
          <p:nvPr/>
        </p:nvSpPr>
        <p:spPr>
          <a:xfrm>
            <a:off x="0" y="-1"/>
            <a:ext cx="12193200" cy="50402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6799" tIns="46799" rIns="46799" bIns="46799" anchor="ctr"/>
          <a:lstStyle/>
          <a:p>
            <a:pPr algn="ctr">
              <a:spcBef>
                <a:spcPts val="400"/>
              </a:spcBef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8" name="Title Text"/>
          <p:cNvSpPr txBox="1"/>
          <p:nvPr>
            <p:ph type="title"/>
          </p:nvPr>
        </p:nvSpPr>
        <p:spPr>
          <a:xfrm>
            <a:off x="247650" y="980726"/>
            <a:ext cx="3740400" cy="418116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>
              <a:defRPr sz="2400"/>
            </a:lvl1pPr>
          </a:lstStyle>
          <a:p>
            <a:pPr/>
            <a:r>
              <a:t>Title Text</a:t>
            </a:r>
          </a:p>
        </p:txBody>
      </p:sp>
      <p:sp>
        <p:nvSpPr>
          <p:cNvPr id="159" name="Body Level One…"/>
          <p:cNvSpPr txBox="1"/>
          <p:nvPr>
            <p:ph type="body" sz="quarter" idx="1"/>
          </p:nvPr>
        </p:nvSpPr>
        <p:spPr>
          <a:xfrm>
            <a:off x="247650" y="4407149"/>
            <a:ext cx="3740400" cy="1844426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>
              <a:spcBef>
                <a:spcPts val="200"/>
              </a:spcBef>
              <a:defRPr sz="1200"/>
            </a:lvl1pPr>
            <a:lvl2pPr>
              <a:spcBef>
                <a:spcPts val="200"/>
              </a:spcBef>
              <a:defRPr sz="1200"/>
            </a:lvl2pPr>
            <a:lvl3pPr>
              <a:spcBef>
                <a:spcPts val="200"/>
              </a:spcBef>
              <a:defRPr sz="1200"/>
            </a:lvl3pPr>
            <a:lvl4pPr>
              <a:spcBef>
                <a:spcPts val="200"/>
              </a:spcBef>
              <a:defRPr sz="1200"/>
            </a:lvl4pPr>
            <a:lvl5pPr>
              <a:spcBef>
                <a:spcPts val="200"/>
              </a:spcBef>
              <a:defRPr sz="12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60" name="Text Placeholder 18"/>
          <p:cNvSpPr/>
          <p:nvPr>
            <p:ph type="body" sz="quarter" idx="21"/>
          </p:nvPr>
        </p:nvSpPr>
        <p:spPr>
          <a:xfrm>
            <a:off x="4222750" y="979200"/>
            <a:ext cx="3740400" cy="417768"/>
          </a:xfrm>
          <a:prstGeom prst="rect">
            <a:avLst/>
          </a:prstGeom>
        </p:spPr>
        <p:txBody>
          <a:bodyPr anchor="b">
            <a:normAutofit fontScale="100000" lnSpcReduction="0"/>
          </a:bodyPr>
          <a:lstStyle/>
          <a:p>
            <a:pPr marL="0" indent="0">
              <a:spcBef>
                <a:spcPts val="500"/>
              </a:spcBef>
              <a:buSzTx/>
              <a:buNone/>
              <a:defRPr b="1" sz="2400"/>
            </a:pPr>
          </a:p>
        </p:txBody>
      </p:sp>
      <p:sp>
        <p:nvSpPr>
          <p:cNvPr id="161" name="Text Placeholder 22"/>
          <p:cNvSpPr/>
          <p:nvPr>
            <p:ph type="body" sz="quarter" idx="22"/>
          </p:nvPr>
        </p:nvSpPr>
        <p:spPr>
          <a:xfrm>
            <a:off x="8197850" y="979200"/>
            <a:ext cx="3740400" cy="417768"/>
          </a:xfrm>
          <a:prstGeom prst="rect">
            <a:avLst/>
          </a:prstGeom>
        </p:spPr>
        <p:txBody>
          <a:bodyPr anchor="b">
            <a:normAutofit fontScale="100000" lnSpcReduction="0"/>
          </a:bodyPr>
          <a:lstStyle/>
          <a:p>
            <a:pPr marL="0" indent="0">
              <a:spcBef>
                <a:spcPts val="500"/>
              </a:spcBef>
              <a:buSzTx/>
              <a:buNone/>
              <a:defRPr b="1" sz="2400"/>
            </a:pPr>
          </a:p>
        </p:txBody>
      </p:sp>
      <p:sp>
        <p:nvSpPr>
          <p:cNvPr id="162" name="Picture Placeholder 8"/>
          <p:cNvSpPr/>
          <p:nvPr>
            <p:ph type="pic" sz="quarter" idx="23"/>
          </p:nvPr>
        </p:nvSpPr>
        <p:spPr>
          <a:xfrm>
            <a:off x="247650" y="1546281"/>
            <a:ext cx="3740400" cy="2664001"/>
          </a:xfrm>
          <a:prstGeom prst="rect">
            <a:avLst/>
          </a:prstGeom>
        </p:spPr>
        <p:txBody>
          <a:bodyPr lIns="91439" tIns="45719" rIns="91439" bIns="45719"/>
          <a:lstStyle/>
          <a:p>
            <a:pPr/>
          </a:p>
        </p:txBody>
      </p:sp>
      <p:sp>
        <p:nvSpPr>
          <p:cNvPr id="163" name="Picture Placeholder 8"/>
          <p:cNvSpPr/>
          <p:nvPr>
            <p:ph type="pic" sz="quarter" idx="24"/>
          </p:nvPr>
        </p:nvSpPr>
        <p:spPr>
          <a:xfrm>
            <a:off x="4223148" y="1548580"/>
            <a:ext cx="3740401" cy="2664001"/>
          </a:xfrm>
          <a:prstGeom prst="rect">
            <a:avLst/>
          </a:prstGeom>
        </p:spPr>
        <p:txBody>
          <a:bodyPr lIns="91439" tIns="45719" rIns="91439" bIns="45719"/>
          <a:lstStyle/>
          <a:p>
            <a:pPr/>
          </a:p>
        </p:txBody>
      </p:sp>
      <p:sp>
        <p:nvSpPr>
          <p:cNvPr id="164" name="Picture Placeholder 8"/>
          <p:cNvSpPr/>
          <p:nvPr>
            <p:ph type="pic" sz="quarter" idx="25"/>
          </p:nvPr>
        </p:nvSpPr>
        <p:spPr>
          <a:xfrm>
            <a:off x="8198647" y="1546281"/>
            <a:ext cx="3740401" cy="2664001"/>
          </a:xfrm>
          <a:prstGeom prst="rect">
            <a:avLst/>
          </a:prstGeom>
        </p:spPr>
        <p:txBody>
          <a:bodyPr lIns="91439" tIns="45719" rIns="91439" bIns="45719"/>
          <a:lstStyle/>
          <a:p>
            <a:pPr/>
          </a:p>
        </p:txBody>
      </p:sp>
      <p:sp>
        <p:nvSpPr>
          <p:cNvPr id="1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166" name="ESS.png" descr="ESS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30250" y="252000"/>
            <a:ext cx="1138321" cy="612001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73" name="Group"/>
          <p:cNvGrpSpPr/>
          <p:nvPr/>
        </p:nvGrpSpPr>
        <p:grpSpPr>
          <a:xfrm>
            <a:off x="3113296" y="251999"/>
            <a:ext cx="690137" cy="720460"/>
            <a:chOff x="0" y="0"/>
            <a:chExt cx="690135" cy="720458"/>
          </a:xfrm>
        </p:grpSpPr>
        <p:sp>
          <p:nvSpPr>
            <p:cNvPr id="167" name="Logo color"/>
            <p:cNvSpPr/>
            <p:nvPr/>
          </p:nvSpPr>
          <p:spPr>
            <a:xfrm>
              <a:off x="2384" y="430544"/>
              <a:ext cx="111265" cy="1622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4597" y="18293"/>
                  </a:moveTo>
                  <a:cubicBezTo>
                    <a:pt x="10549" y="19881"/>
                    <a:pt x="11051" y="19881"/>
                    <a:pt x="17003" y="18293"/>
                  </a:cubicBezTo>
                  <a:cubicBezTo>
                    <a:pt x="17003" y="18293"/>
                    <a:pt x="17003" y="18293"/>
                    <a:pt x="21600" y="19949"/>
                  </a:cubicBezTo>
                  <a:cubicBezTo>
                    <a:pt x="21600" y="19949"/>
                    <a:pt x="21600" y="19949"/>
                    <a:pt x="17003" y="21600"/>
                  </a:cubicBezTo>
                  <a:cubicBezTo>
                    <a:pt x="11051" y="20016"/>
                    <a:pt x="10549" y="20016"/>
                    <a:pt x="4597" y="21600"/>
                  </a:cubicBezTo>
                  <a:cubicBezTo>
                    <a:pt x="4597" y="21600"/>
                    <a:pt x="4597" y="21600"/>
                    <a:pt x="0" y="19949"/>
                  </a:cubicBezTo>
                  <a:cubicBezTo>
                    <a:pt x="0" y="19949"/>
                    <a:pt x="0" y="19949"/>
                    <a:pt x="4597" y="18293"/>
                  </a:cubicBezTo>
                  <a:close/>
                  <a:moveTo>
                    <a:pt x="4597" y="14200"/>
                  </a:moveTo>
                  <a:cubicBezTo>
                    <a:pt x="10549" y="15790"/>
                    <a:pt x="11051" y="15790"/>
                    <a:pt x="17003" y="14200"/>
                  </a:cubicBezTo>
                  <a:cubicBezTo>
                    <a:pt x="17003" y="14200"/>
                    <a:pt x="17003" y="14200"/>
                    <a:pt x="21600" y="15858"/>
                  </a:cubicBezTo>
                  <a:cubicBezTo>
                    <a:pt x="21600" y="15858"/>
                    <a:pt x="21600" y="15858"/>
                    <a:pt x="17003" y="17512"/>
                  </a:cubicBezTo>
                  <a:cubicBezTo>
                    <a:pt x="11051" y="15925"/>
                    <a:pt x="10549" y="15925"/>
                    <a:pt x="4597" y="17512"/>
                  </a:cubicBezTo>
                  <a:cubicBezTo>
                    <a:pt x="4597" y="17512"/>
                    <a:pt x="4597" y="17512"/>
                    <a:pt x="0" y="15858"/>
                  </a:cubicBezTo>
                  <a:cubicBezTo>
                    <a:pt x="0" y="15858"/>
                    <a:pt x="0" y="15858"/>
                    <a:pt x="4597" y="14200"/>
                  </a:cubicBezTo>
                  <a:close/>
                  <a:moveTo>
                    <a:pt x="4597" y="10111"/>
                  </a:moveTo>
                  <a:cubicBezTo>
                    <a:pt x="10549" y="11702"/>
                    <a:pt x="11051" y="11702"/>
                    <a:pt x="17003" y="10111"/>
                  </a:cubicBezTo>
                  <a:cubicBezTo>
                    <a:pt x="17003" y="10111"/>
                    <a:pt x="17003" y="10111"/>
                    <a:pt x="21600" y="11769"/>
                  </a:cubicBezTo>
                  <a:cubicBezTo>
                    <a:pt x="21600" y="11769"/>
                    <a:pt x="21600" y="11769"/>
                    <a:pt x="17003" y="13423"/>
                  </a:cubicBezTo>
                  <a:cubicBezTo>
                    <a:pt x="11051" y="11837"/>
                    <a:pt x="10549" y="11837"/>
                    <a:pt x="4597" y="13423"/>
                  </a:cubicBezTo>
                  <a:cubicBezTo>
                    <a:pt x="4597" y="13423"/>
                    <a:pt x="4597" y="13423"/>
                    <a:pt x="0" y="11769"/>
                  </a:cubicBezTo>
                  <a:cubicBezTo>
                    <a:pt x="0" y="11769"/>
                    <a:pt x="0" y="11769"/>
                    <a:pt x="4597" y="10111"/>
                  </a:cubicBezTo>
                  <a:close/>
                  <a:moveTo>
                    <a:pt x="2971" y="918"/>
                  </a:moveTo>
                  <a:lnTo>
                    <a:pt x="2971" y="6926"/>
                  </a:lnTo>
                  <a:cubicBezTo>
                    <a:pt x="2971" y="6926"/>
                    <a:pt x="2971" y="6926"/>
                    <a:pt x="3980" y="6926"/>
                  </a:cubicBezTo>
                  <a:cubicBezTo>
                    <a:pt x="4430" y="6926"/>
                    <a:pt x="4695" y="6878"/>
                    <a:pt x="4903" y="6708"/>
                  </a:cubicBezTo>
                  <a:cubicBezTo>
                    <a:pt x="5220" y="6447"/>
                    <a:pt x="5249" y="5917"/>
                    <a:pt x="5249" y="4849"/>
                  </a:cubicBezTo>
                  <a:cubicBezTo>
                    <a:pt x="5249" y="4849"/>
                    <a:pt x="5249" y="4849"/>
                    <a:pt x="5249" y="2990"/>
                  </a:cubicBezTo>
                  <a:cubicBezTo>
                    <a:pt x="5249" y="1926"/>
                    <a:pt x="5220" y="1396"/>
                    <a:pt x="4903" y="1135"/>
                  </a:cubicBezTo>
                  <a:cubicBezTo>
                    <a:pt x="4695" y="965"/>
                    <a:pt x="4430" y="918"/>
                    <a:pt x="3980" y="918"/>
                  </a:cubicBezTo>
                  <a:cubicBezTo>
                    <a:pt x="3980" y="918"/>
                    <a:pt x="3980" y="918"/>
                    <a:pt x="2971" y="918"/>
                  </a:cubicBezTo>
                  <a:close/>
                  <a:moveTo>
                    <a:pt x="8068" y="0"/>
                  </a:moveTo>
                  <a:cubicBezTo>
                    <a:pt x="8068" y="0"/>
                    <a:pt x="8068" y="0"/>
                    <a:pt x="13456" y="0"/>
                  </a:cubicBezTo>
                  <a:cubicBezTo>
                    <a:pt x="13542" y="0"/>
                    <a:pt x="13594" y="16"/>
                    <a:pt x="13635" y="44"/>
                  </a:cubicBezTo>
                  <a:cubicBezTo>
                    <a:pt x="13669" y="67"/>
                    <a:pt x="13698" y="103"/>
                    <a:pt x="13698" y="162"/>
                  </a:cubicBezTo>
                  <a:cubicBezTo>
                    <a:pt x="13698" y="162"/>
                    <a:pt x="13698" y="162"/>
                    <a:pt x="13698" y="827"/>
                  </a:cubicBezTo>
                  <a:cubicBezTo>
                    <a:pt x="13698" y="886"/>
                    <a:pt x="13669" y="922"/>
                    <a:pt x="13635" y="945"/>
                  </a:cubicBezTo>
                  <a:cubicBezTo>
                    <a:pt x="13594" y="973"/>
                    <a:pt x="13542" y="989"/>
                    <a:pt x="13456" y="989"/>
                  </a:cubicBezTo>
                  <a:cubicBezTo>
                    <a:pt x="13456" y="989"/>
                    <a:pt x="13456" y="989"/>
                    <a:pt x="11731" y="989"/>
                  </a:cubicBezTo>
                  <a:cubicBezTo>
                    <a:pt x="11731" y="989"/>
                    <a:pt x="11731" y="989"/>
                    <a:pt x="11731" y="7681"/>
                  </a:cubicBezTo>
                  <a:cubicBezTo>
                    <a:pt x="11731" y="7740"/>
                    <a:pt x="11708" y="7776"/>
                    <a:pt x="11667" y="7800"/>
                  </a:cubicBezTo>
                  <a:cubicBezTo>
                    <a:pt x="11633" y="7827"/>
                    <a:pt x="11581" y="7843"/>
                    <a:pt x="11494" y="7843"/>
                  </a:cubicBezTo>
                  <a:cubicBezTo>
                    <a:pt x="11494" y="7843"/>
                    <a:pt x="11494" y="7843"/>
                    <a:pt x="10029" y="7843"/>
                  </a:cubicBezTo>
                  <a:cubicBezTo>
                    <a:pt x="9943" y="7843"/>
                    <a:pt x="9891" y="7827"/>
                    <a:pt x="9850" y="7800"/>
                  </a:cubicBezTo>
                  <a:cubicBezTo>
                    <a:pt x="9810" y="7776"/>
                    <a:pt x="9787" y="7740"/>
                    <a:pt x="9787" y="7681"/>
                  </a:cubicBezTo>
                  <a:cubicBezTo>
                    <a:pt x="9787" y="7681"/>
                    <a:pt x="9787" y="7681"/>
                    <a:pt x="9787" y="989"/>
                  </a:cubicBezTo>
                  <a:cubicBezTo>
                    <a:pt x="9787" y="989"/>
                    <a:pt x="9787" y="989"/>
                    <a:pt x="8068" y="989"/>
                  </a:cubicBezTo>
                  <a:cubicBezTo>
                    <a:pt x="7981" y="989"/>
                    <a:pt x="7929" y="973"/>
                    <a:pt x="7889" y="945"/>
                  </a:cubicBezTo>
                  <a:cubicBezTo>
                    <a:pt x="7849" y="922"/>
                    <a:pt x="7825" y="886"/>
                    <a:pt x="7825" y="827"/>
                  </a:cubicBezTo>
                  <a:cubicBezTo>
                    <a:pt x="7825" y="827"/>
                    <a:pt x="7825" y="827"/>
                    <a:pt x="7825" y="162"/>
                  </a:cubicBezTo>
                  <a:cubicBezTo>
                    <a:pt x="7825" y="103"/>
                    <a:pt x="7849" y="67"/>
                    <a:pt x="7889" y="44"/>
                  </a:cubicBezTo>
                  <a:cubicBezTo>
                    <a:pt x="7929" y="16"/>
                    <a:pt x="7981" y="0"/>
                    <a:pt x="8068" y="0"/>
                  </a:cubicBezTo>
                  <a:close/>
                  <a:moveTo>
                    <a:pt x="1390" y="0"/>
                  </a:moveTo>
                  <a:cubicBezTo>
                    <a:pt x="1390" y="0"/>
                    <a:pt x="1390" y="0"/>
                    <a:pt x="4257" y="0"/>
                  </a:cubicBezTo>
                  <a:cubicBezTo>
                    <a:pt x="5370" y="0"/>
                    <a:pt x="6051" y="174"/>
                    <a:pt x="6466" y="538"/>
                  </a:cubicBezTo>
                  <a:cubicBezTo>
                    <a:pt x="7072" y="1036"/>
                    <a:pt x="7089" y="1843"/>
                    <a:pt x="7089" y="3077"/>
                  </a:cubicBezTo>
                  <a:cubicBezTo>
                    <a:pt x="7089" y="3077"/>
                    <a:pt x="7089" y="3077"/>
                    <a:pt x="7089" y="4766"/>
                  </a:cubicBezTo>
                  <a:cubicBezTo>
                    <a:pt x="7089" y="6000"/>
                    <a:pt x="7072" y="6807"/>
                    <a:pt x="6466" y="7305"/>
                  </a:cubicBezTo>
                  <a:cubicBezTo>
                    <a:pt x="6051" y="7669"/>
                    <a:pt x="5370" y="7843"/>
                    <a:pt x="4257" y="7843"/>
                  </a:cubicBezTo>
                  <a:cubicBezTo>
                    <a:pt x="4257" y="7843"/>
                    <a:pt x="4257" y="7843"/>
                    <a:pt x="1390" y="7843"/>
                  </a:cubicBezTo>
                  <a:cubicBezTo>
                    <a:pt x="1304" y="7843"/>
                    <a:pt x="1252" y="7827"/>
                    <a:pt x="1217" y="7800"/>
                  </a:cubicBezTo>
                  <a:cubicBezTo>
                    <a:pt x="1177" y="7776"/>
                    <a:pt x="1154" y="7740"/>
                    <a:pt x="1154" y="7681"/>
                  </a:cubicBezTo>
                  <a:cubicBezTo>
                    <a:pt x="1154" y="7681"/>
                    <a:pt x="1154" y="7681"/>
                    <a:pt x="1154" y="162"/>
                  </a:cubicBezTo>
                  <a:cubicBezTo>
                    <a:pt x="1154" y="103"/>
                    <a:pt x="1177" y="67"/>
                    <a:pt x="1217" y="44"/>
                  </a:cubicBezTo>
                  <a:cubicBezTo>
                    <a:pt x="1252" y="16"/>
                    <a:pt x="1304" y="0"/>
                    <a:pt x="1390" y="0"/>
                  </a:cubicBezTo>
                  <a:close/>
                  <a:moveTo>
                    <a:pt x="14706" y="0"/>
                  </a:moveTo>
                  <a:cubicBezTo>
                    <a:pt x="14706" y="0"/>
                    <a:pt x="14706" y="0"/>
                    <a:pt x="16045" y="0"/>
                  </a:cubicBezTo>
                  <a:cubicBezTo>
                    <a:pt x="16131" y="0"/>
                    <a:pt x="16183" y="16"/>
                    <a:pt x="16224" y="44"/>
                  </a:cubicBezTo>
                  <a:cubicBezTo>
                    <a:pt x="16264" y="67"/>
                    <a:pt x="16287" y="103"/>
                    <a:pt x="16287" y="162"/>
                  </a:cubicBezTo>
                  <a:cubicBezTo>
                    <a:pt x="16287" y="162"/>
                    <a:pt x="16287" y="162"/>
                    <a:pt x="16287" y="5712"/>
                  </a:cubicBezTo>
                  <a:cubicBezTo>
                    <a:pt x="16287" y="6314"/>
                    <a:pt x="16368" y="6646"/>
                    <a:pt x="16627" y="6844"/>
                  </a:cubicBezTo>
                  <a:cubicBezTo>
                    <a:pt x="16818" y="6990"/>
                    <a:pt x="17072" y="7053"/>
                    <a:pt x="17406" y="7053"/>
                  </a:cubicBezTo>
                  <a:cubicBezTo>
                    <a:pt x="17776" y="7053"/>
                    <a:pt x="18041" y="6982"/>
                    <a:pt x="18226" y="6844"/>
                  </a:cubicBezTo>
                  <a:cubicBezTo>
                    <a:pt x="18503" y="6638"/>
                    <a:pt x="18566" y="6294"/>
                    <a:pt x="18566" y="5712"/>
                  </a:cubicBezTo>
                  <a:cubicBezTo>
                    <a:pt x="18566" y="5712"/>
                    <a:pt x="18566" y="5712"/>
                    <a:pt x="18566" y="162"/>
                  </a:cubicBezTo>
                  <a:cubicBezTo>
                    <a:pt x="18566" y="103"/>
                    <a:pt x="18589" y="67"/>
                    <a:pt x="18630" y="44"/>
                  </a:cubicBezTo>
                  <a:cubicBezTo>
                    <a:pt x="18664" y="16"/>
                    <a:pt x="18722" y="0"/>
                    <a:pt x="18803" y="0"/>
                  </a:cubicBezTo>
                  <a:cubicBezTo>
                    <a:pt x="18803" y="0"/>
                    <a:pt x="18803" y="0"/>
                    <a:pt x="20147" y="0"/>
                  </a:cubicBezTo>
                  <a:cubicBezTo>
                    <a:pt x="20234" y="0"/>
                    <a:pt x="20286" y="16"/>
                    <a:pt x="20320" y="44"/>
                  </a:cubicBezTo>
                  <a:cubicBezTo>
                    <a:pt x="20361" y="67"/>
                    <a:pt x="20384" y="103"/>
                    <a:pt x="20384" y="162"/>
                  </a:cubicBezTo>
                  <a:cubicBezTo>
                    <a:pt x="20384" y="162"/>
                    <a:pt x="20384" y="162"/>
                    <a:pt x="20384" y="5716"/>
                  </a:cubicBezTo>
                  <a:cubicBezTo>
                    <a:pt x="20384" y="6464"/>
                    <a:pt x="20257" y="6962"/>
                    <a:pt x="19732" y="7382"/>
                  </a:cubicBezTo>
                  <a:cubicBezTo>
                    <a:pt x="19287" y="7738"/>
                    <a:pt x="18560" y="7943"/>
                    <a:pt x="17430" y="7943"/>
                  </a:cubicBezTo>
                  <a:cubicBezTo>
                    <a:pt x="16316" y="7943"/>
                    <a:pt x="15583" y="7750"/>
                    <a:pt x="15093" y="7382"/>
                  </a:cubicBezTo>
                  <a:cubicBezTo>
                    <a:pt x="14625" y="7030"/>
                    <a:pt x="14469" y="6523"/>
                    <a:pt x="14469" y="5716"/>
                  </a:cubicBezTo>
                  <a:cubicBezTo>
                    <a:pt x="14469" y="5716"/>
                    <a:pt x="14469" y="5716"/>
                    <a:pt x="14469" y="162"/>
                  </a:cubicBezTo>
                  <a:cubicBezTo>
                    <a:pt x="14469" y="103"/>
                    <a:pt x="14493" y="67"/>
                    <a:pt x="14527" y="44"/>
                  </a:cubicBezTo>
                  <a:cubicBezTo>
                    <a:pt x="14568" y="16"/>
                    <a:pt x="14620" y="0"/>
                    <a:pt x="14706" y="0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6799" tIns="46799" rIns="46799" bIns="46799" numCol="1" anchor="t">
              <a:noAutofit/>
            </a:bodyPr>
            <a:lstStyle/>
            <a:p>
              <a:pPr>
                <a:defRPr>
                  <a:latin typeface="Verdana"/>
                  <a:ea typeface="Verdana"/>
                  <a:cs typeface="Verdana"/>
                  <a:sym typeface="Verdana"/>
                </a:defRPr>
              </a:pPr>
            </a:p>
          </p:txBody>
        </p:sp>
        <p:pic>
          <p:nvPicPr>
            <p:cNvPr id="168" name="logoill.pdf" descr="logoill.pdf"/>
            <p:cNvPicPr>
              <a:picLocks noChangeAspect="0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462727" y="437019"/>
              <a:ext cx="156220" cy="14932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69" name="mcstas-logo.pdf" descr="mcstas-logo.pdf"/>
            <p:cNvPicPr>
              <a:picLocks noChangeAspect="0"/>
            </p:cNvPicPr>
            <p:nvPr/>
          </p:nvPicPr>
          <p:blipFill>
            <a:blip r:embed="rId4">
              <a:extLst/>
            </a:blip>
            <a:srcRect l="0" t="0" r="0" b="0"/>
            <a:stretch>
              <a:fillRect/>
            </a:stretch>
          </p:blipFill>
          <p:spPr>
            <a:xfrm>
              <a:off x="0" y="0"/>
              <a:ext cx="690136" cy="40552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70" name="PSI-Logo_trans.png" descr="PSI-Logo_trans.png"/>
            <p:cNvPicPr>
              <a:picLocks noChangeAspect="0"/>
            </p:cNvPicPr>
            <p:nvPr/>
          </p:nvPicPr>
          <p:blipFill>
            <a:blip r:embed="rId5">
              <a:extLst/>
            </a:blip>
            <a:stretch>
              <a:fillRect/>
            </a:stretch>
          </p:blipFill>
          <p:spPr>
            <a:xfrm>
              <a:off x="257070" y="476569"/>
              <a:ext cx="194452" cy="7118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71" name="ku-logo.pdf" descr="ku-logo.pdf"/>
            <p:cNvPicPr>
              <a:picLocks noChangeAspect="0"/>
            </p:cNvPicPr>
            <p:nvPr/>
          </p:nvPicPr>
          <p:blipFill>
            <a:blip r:embed="rId6">
              <a:extLst/>
            </a:blip>
            <a:stretch>
              <a:fillRect/>
            </a:stretch>
          </p:blipFill>
          <p:spPr>
            <a:xfrm>
              <a:off x="124580" y="429109"/>
              <a:ext cx="122071" cy="16585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72" name="ESS_Logo_Frugal_Blue_cmyk.png" descr="ESS_Logo_Frugal_Blue_cmyk.png"/>
            <p:cNvPicPr>
              <a:picLocks noChangeAspect="0"/>
            </p:cNvPicPr>
            <p:nvPr/>
          </p:nvPicPr>
          <p:blipFill>
            <a:blip r:embed="rId7">
              <a:extLst/>
            </a:blip>
            <a:stretch>
              <a:fillRect/>
            </a:stretch>
          </p:blipFill>
          <p:spPr>
            <a:xfrm>
              <a:off x="204365" y="577550"/>
              <a:ext cx="265586" cy="14290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174" name="2025 ISIS McStas School"/>
          <p:cNvSpPr txBox="1"/>
          <p:nvPr/>
        </p:nvSpPr>
        <p:spPr>
          <a:xfrm>
            <a:off x="1925741" y="155334"/>
            <a:ext cx="1002693" cy="7204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normAutofit fontScale="100000" lnSpcReduction="0"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defRPr b="1" i="1" sz="1400"/>
            </a:pPr>
            <a:r>
              <a:t>2025 ISIS</a:t>
            </a:r>
            <a:br/>
            <a:r>
              <a:t>McStas School</a:t>
            </a:r>
          </a:p>
        </p:txBody>
      </p:sp>
      <p:sp>
        <p:nvSpPr>
          <p:cNvPr id="175" name="UserProfile.Offices.Workarea_{{DocumentLanguage}}text"/>
          <p:cNvSpPr txBox="1"/>
          <p:nvPr/>
        </p:nvSpPr>
        <p:spPr>
          <a:xfrm>
            <a:off x="1774725" y="6636099"/>
            <a:ext cx="339707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spcBef>
                <a:spcPts val="0"/>
              </a:spcBef>
              <a:defRPr b="1" sz="700">
                <a:solidFill>
                  <a:srgbClr val="FFFFFF"/>
                </a:solidFill>
              </a:defRPr>
            </a:lvl1pPr>
          </a:lstStyle>
          <a:p>
            <a:pPr/>
            <a:r>
              <a:t>2025 ISIS McStas school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Logo color"/>
          <p:cNvSpPr/>
          <p:nvPr/>
        </p:nvSpPr>
        <p:spPr>
          <a:xfrm>
            <a:off x="252000" y="252000"/>
            <a:ext cx="419612" cy="612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4597" y="18293"/>
                </a:moveTo>
                <a:cubicBezTo>
                  <a:pt x="10549" y="19881"/>
                  <a:pt x="11051" y="19881"/>
                  <a:pt x="17003" y="18293"/>
                </a:cubicBezTo>
                <a:cubicBezTo>
                  <a:pt x="17003" y="18293"/>
                  <a:pt x="17003" y="18293"/>
                  <a:pt x="21600" y="19949"/>
                </a:cubicBezTo>
                <a:cubicBezTo>
                  <a:pt x="21600" y="19949"/>
                  <a:pt x="21600" y="19949"/>
                  <a:pt x="17003" y="21600"/>
                </a:cubicBezTo>
                <a:cubicBezTo>
                  <a:pt x="11051" y="20016"/>
                  <a:pt x="10549" y="20016"/>
                  <a:pt x="4597" y="21600"/>
                </a:cubicBezTo>
                <a:cubicBezTo>
                  <a:pt x="4597" y="21600"/>
                  <a:pt x="4597" y="21600"/>
                  <a:pt x="0" y="19949"/>
                </a:cubicBezTo>
                <a:cubicBezTo>
                  <a:pt x="0" y="19949"/>
                  <a:pt x="0" y="19949"/>
                  <a:pt x="4597" y="18293"/>
                </a:cubicBezTo>
                <a:close/>
                <a:moveTo>
                  <a:pt x="4597" y="14200"/>
                </a:moveTo>
                <a:cubicBezTo>
                  <a:pt x="10549" y="15790"/>
                  <a:pt x="11051" y="15790"/>
                  <a:pt x="17003" y="14200"/>
                </a:cubicBezTo>
                <a:cubicBezTo>
                  <a:pt x="17003" y="14200"/>
                  <a:pt x="17003" y="14200"/>
                  <a:pt x="21600" y="15858"/>
                </a:cubicBezTo>
                <a:cubicBezTo>
                  <a:pt x="21600" y="15858"/>
                  <a:pt x="21600" y="15858"/>
                  <a:pt x="17003" y="17512"/>
                </a:cubicBezTo>
                <a:cubicBezTo>
                  <a:pt x="11051" y="15925"/>
                  <a:pt x="10549" y="15925"/>
                  <a:pt x="4597" y="17512"/>
                </a:cubicBezTo>
                <a:cubicBezTo>
                  <a:pt x="4597" y="17512"/>
                  <a:pt x="4597" y="17512"/>
                  <a:pt x="0" y="15858"/>
                </a:cubicBezTo>
                <a:cubicBezTo>
                  <a:pt x="0" y="15858"/>
                  <a:pt x="0" y="15858"/>
                  <a:pt x="4597" y="14200"/>
                </a:cubicBezTo>
                <a:close/>
                <a:moveTo>
                  <a:pt x="4597" y="10111"/>
                </a:moveTo>
                <a:cubicBezTo>
                  <a:pt x="10549" y="11702"/>
                  <a:pt x="11051" y="11702"/>
                  <a:pt x="17003" y="10111"/>
                </a:cubicBezTo>
                <a:cubicBezTo>
                  <a:pt x="17003" y="10111"/>
                  <a:pt x="17003" y="10111"/>
                  <a:pt x="21600" y="11769"/>
                </a:cubicBezTo>
                <a:cubicBezTo>
                  <a:pt x="21600" y="11769"/>
                  <a:pt x="21600" y="11769"/>
                  <a:pt x="17003" y="13423"/>
                </a:cubicBezTo>
                <a:cubicBezTo>
                  <a:pt x="11051" y="11837"/>
                  <a:pt x="10549" y="11837"/>
                  <a:pt x="4597" y="13423"/>
                </a:cubicBezTo>
                <a:cubicBezTo>
                  <a:pt x="4597" y="13423"/>
                  <a:pt x="4597" y="13423"/>
                  <a:pt x="0" y="11769"/>
                </a:cubicBezTo>
                <a:cubicBezTo>
                  <a:pt x="0" y="11769"/>
                  <a:pt x="0" y="11769"/>
                  <a:pt x="4597" y="10111"/>
                </a:cubicBezTo>
                <a:close/>
                <a:moveTo>
                  <a:pt x="2971" y="918"/>
                </a:moveTo>
                <a:lnTo>
                  <a:pt x="2971" y="6926"/>
                </a:lnTo>
                <a:cubicBezTo>
                  <a:pt x="2971" y="6926"/>
                  <a:pt x="2971" y="6926"/>
                  <a:pt x="3980" y="6926"/>
                </a:cubicBezTo>
                <a:cubicBezTo>
                  <a:pt x="4430" y="6926"/>
                  <a:pt x="4695" y="6878"/>
                  <a:pt x="4903" y="6708"/>
                </a:cubicBezTo>
                <a:cubicBezTo>
                  <a:pt x="5220" y="6447"/>
                  <a:pt x="5249" y="5917"/>
                  <a:pt x="5249" y="4849"/>
                </a:cubicBezTo>
                <a:cubicBezTo>
                  <a:pt x="5249" y="4849"/>
                  <a:pt x="5249" y="4849"/>
                  <a:pt x="5249" y="2990"/>
                </a:cubicBezTo>
                <a:cubicBezTo>
                  <a:pt x="5249" y="1926"/>
                  <a:pt x="5220" y="1396"/>
                  <a:pt x="4903" y="1135"/>
                </a:cubicBezTo>
                <a:cubicBezTo>
                  <a:pt x="4695" y="965"/>
                  <a:pt x="4430" y="918"/>
                  <a:pt x="3980" y="918"/>
                </a:cubicBezTo>
                <a:cubicBezTo>
                  <a:pt x="3980" y="918"/>
                  <a:pt x="3980" y="918"/>
                  <a:pt x="2971" y="918"/>
                </a:cubicBezTo>
                <a:close/>
                <a:moveTo>
                  <a:pt x="8068" y="0"/>
                </a:moveTo>
                <a:cubicBezTo>
                  <a:pt x="8068" y="0"/>
                  <a:pt x="8068" y="0"/>
                  <a:pt x="13456" y="0"/>
                </a:cubicBezTo>
                <a:cubicBezTo>
                  <a:pt x="13542" y="0"/>
                  <a:pt x="13594" y="16"/>
                  <a:pt x="13635" y="44"/>
                </a:cubicBezTo>
                <a:cubicBezTo>
                  <a:pt x="13669" y="67"/>
                  <a:pt x="13698" y="103"/>
                  <a:pt x="13698" y="162"/>
                </a:cubicBezTo>
                <a:cubicBezTo>
                  <a:pt x="13698" y="162"/>
                  <a:pt x="13698" y="162"/>
                  <a:pt x="13698" y="827"/>
                </a:cubicBezTo>
                <a:cubicBezTo>
                  <a:pt x="13698" y="886"/>
                  <a:pt x="13669" y="922"/>
                  <a:pt x="13635" y="945"/>
                </a:cubicBezTo>
                <a:cubicBezTo>
                  <a:pt x="13594" y="973"/>
                  <a:pt x="13542" y="989"/>
                  <a:pt x="13456" y="989"/>
                </a:cubicBezTo>
                <a:cubicBezTo>
                  <a:pt x="13456" y="989"/>
                  <a:pt x="13456" y="989"/>
                  <a:pt x="11731" y="989"/>
                </a:cubicBezTo>
                <a:cubicBezTo>
                  <a:pt x="11731" y="989"/>
                  <a:pt x="11731" y="989"/>
                  <a:pt x="11731" y="7681"/>
                </a:cubicBezTo>
                <a:cubicBezTo>
                  <a:pt x="11731" y="7740"/>
                  <a:pt x="11708" y="7776"/>
                  <a:pt x="11667" y="7800"/>
                </a:cubicBezTo>
                <a:cubicBezTo>
                  <a:pt x="11633" y="7827"/>
                  <a:pt x="11581" y="7843"/>
                  <a:pt x="11494" y="7843"/>
                </a:cubicBezTo>
                <a:cubicBezTo>
                  <a:pt x="11494" y="7843"/>
                  <a:pt x="11494" y="7843"/>
                  <a:pt x="10029" y="7843"/>
                </a:cubicBezTo>
                <a:cubicBezTo>
                  <a:pt x="9943" y="7843"/>
                  <a:pt x="9891" y="7827"/>
                  <a:pt x="9850" y="7800"/>
                </a:cubicBezTo>
                <a:cubicBezTo>
                  <a:pt x="9810" y="7776"/>
                  <a:pt x="9787" y="7740"/>
                  <a:pt x="9787" y="7681"/>
                </a:cubicBezTo>
                <a:cubicBezTo>
                  <a:pt x="9787" y="7681"/>
                  <a:pt x="9787" y="7681"/>
                  <a:pt x="9787" y="989"/>
                </a:cubicBezTo>
                <a:cubicBezTo>
                  <a:pt x="9787" y="989"/>
                  <a:pt x="9787" y="989"/>
                  <a:pt x="8068" y="989"/>
                </a:cubicBezTo>
                <a:cubicBezTo>
                  <a:pt x="7981" y="989"/>
                  <a:pt x="7929" y="973"/>
                  <a:pt x="7889" y="945"/>
                </a:cubicBezTo>
                <a:cubicBezTo>
                  <a:pt x="7849" y="922"/>
                  <a:pt x="7825" y="886"/>
                  <a:pt x="7825" y="827"/>
                </a:cubicBezTo>
                <a:cubicBezTo>
                  <a:pt x="7825" y="827"/>
                  <a:pt x="7825" y="827"/>
                  <a:pt x="7825" y="162"/>
                </a:cubicBezTo>
                <a:cubicBezTo>
                  <a:pt x="7825" y="103"/>
                  <a:pt x="7849" y="67"/>
                  <a:pt x="7889" y="44"/>
                </a:cubicBezTo>
                <a:cubicBezTo>
                  <a:pt x="7929" y="16"/>
                  <a:pt x="7981" y="0"/>
                  <a:pt x="8068" y="0"/>
                </a:cubicBezTo>
                <a:close/>
                <a:moveTo>
                  <a:pt x="1390" y="0"/>
                </a:moveTo>
                <a:cubicBezTo>
                  <a:pt x="1390" y="0"/>
                  <a:pt x="1390" y="0"/>
                  <a:pt x="4257" y="0"/>
                </a:cubicBezTo>
                <a:cubicBezTo>
                  <a:pt x="5370" y="0"/>
                  <a:pt x="6051" y="174"/>
                  <a:pt x="6466" y="538"/>
                </a:cubicBezTo>
                <a:cubicBezTo>
                  <a:pt x="7072" y="1036"/>
                  <a:pt x="7089" y="1843"/>
                  <a:pt x="7089" y="3077"/>
                </a:cubicBezTo>
                <a:cubicBezTo>
                  <a:pt x="7089" y="3077"/>
                  <a:pt x="7089" y="3077"/>
                  <a:pt x="7089" y="4766"/>
                </a:cubicBezTo>
                <a:cubicBezTo>
                  <a:pt x="7089" y="6000"/>
                  <a:pt x="7072" y="6807"/>
                  <a:pt x="6466" y="7305"/>
                </a:cubicBezTo>
                <a:cubicBezTo>
                  <a:pt x="6051" y="7669"/>
                  <a:pt x="5370" y="7843"/>
                  <a:pt x="4257" y="7843"/>
                </a:cubicBezTo>
                <a:cubicBezTo>
                  <a:pt x="4257" y="7843"/>
                  <a:pt x="4257" y="7843"/>
                  <a:pt x="1390" y="7843"/>
                </a:cubicBezTo>
                <a:cubicBezTo>
                  <a:pt x="1304" y="7843"/>
                  <a:pt x="1252" y="7827"/>
                  <a:pt x="1217" y="7800"/>
                </a:cubicBezTo>
                <a:cubicBezTo>
                  <a:pt x="1177" y="7776"/>
                  <a:pt x="1154" y="7740"/>
                  <a:pt x="1154" y="7681"/>
                </a:cubicBezTo>
                <a:cubicBezTo>
                  <a:pt x="1154" y="7681"/>
                  <a:pt x="1154" y="7681"/>
                  <a:pt x="1154" y="162"/>
                </a:cubicBezTo>
                <a:cubicBezTo>
                  <a:pt x="1154" y="103"/>
                  <a:pt x="1177" y="67"/>
                  <a:pt x="1217" y="44"/>
                </a:cubicBezTo>
                <a:cubicBezTo>
                  <a:pt x="1252" y="16"/>
                  <a:pt x="1304" y="0"/>
                  <a:pt x="1390" y="0"/>
                </a:cubicBezTo>
                <a:close/>
                <a:moveTo>
                  <a:pt x="14706" y="0"/>
                </a:moveTo>
                <a:cubicBezTo>
                  <a:pt x="14706" y="0"/>
                  <a:pt x="14706" y="0"/>
                  <a:pt x="16045" y="0"/>
                </a:cubicBezTo>
                <a:cubicBezTo>
                  <a:pt x="16131" y="0"/>
                  <a:pt x="16183" y="16"/>
                  <a:pt x="16224" y="44"/>
                </a:cubicBezTo>
                <a:cubicBezTo>
                  <a:pt x="16264" y="67"/>
                  <a:pt x="16287" y="103"/>
                  <a:pt x="16287" y="162"/>
                </a:cubicBezTo>
                <a:cubicBezTo>
                  <a:pt x="16287" y="162"/>
                  <a:pt x="16287" y="162"/>
                  <a:pt x="16287" y="5712"/>
                </a:cubicBezTo>
                <a:cubicBezTo>
                  <a:pt x="16287" y="6314"/>
                  <a:pt x="16368" y="6646"/>
                  <a:pt x="16627" y="6844"/>
                </a:cubicBezTo>
                <a:cubicBezTo>
                  <a:pt x="16818" y="6990"/>
                  <a:pt x="17072" y="7053"/>
                  <a:pt x="17406" y="7053"/>
                </a:cubicBezTo>
                <a:cubicBezTo>
                  <a:pt x="17776" y="7053"/>
                  <a:pt x="18041" y="6982"/>
                  <a:pt x="18226" y="6844"/>
                </a:cubicBezTo>
                <a:cubicBezTo>
                  <a:pt x="18503" y="6638"/>
                  <a:pt x="18566" y="6294"/>
                  <a:pt x="18566" y="5712"/>
                </a:cubicBezTo>
                <a:cubicBezTo>
                  <a:pt x="18566" y="5712"/>
                  <a:pt x="18566" y="5712"/>
                  <a:pt x="18566" y="162"/>
                </a:cubicBezTo>
                <a:cubicBezTo>
                  <a:pt x="18566" y="103"/>
                  <a:pt x="18589" y="67"/>
                  <a:pt x="18630" y="44"/>
                </a:cubicBezTo>
                <a:cubicBezTo>
                  <a:pt x="18664" y="16"/>
                  <a:pt x="18722" y="0"/>
                  <a:pt x="18803" y="0"/>
                </a:cubicBezTo>
                <a:cubicBezTo>
                  <a:pt x="18803" y="0"/>
                  <a:pt x="18803" y="0"/>
                  <a:pt x="20147" y="0"/>
                </a:cubicBezTo>
                <a:cubicBezTo>
                  <a:pt x="20234" y="0"/>
                  <a:pt x="20286" y="16"/>
                  <a:pt x="20320" y="44"/>
                </a:cubicBezTo>
                <a:cubicBezTo>
                  <a:pt x="20361" y="67"/>
                  <a:pt x="20384" y="103"/>
                  <a:pt x="20384" y="162"/>
                </a:cubicBezTo>
                <a:cubicBezTo>
                  <a:pt x="20384" y="162"/>
                  <a:pt x="20384" y="162"/>
                  <a:pt x="20384" y="5716"/>
                </a:cubicBezTo>
                <a:cubicBezTo>
                  <a:pt x="20384" y="6464"/>
                  <a:pt x="20257" y="6962"/>
                  <a:pt x="19732" y="7382"/>
                </a:cubicBezTo>
                <a:cubicBezTo>
                  <a:pt x="19287" y="7738"/>
                  <a:pt x="18560" y="7943"/>
                  <a:pt x="17430" y="7943"/>
                </a:cubicBezTo>
                <a:cubicBezTo>
                  <a:pt x="16316" y="7943"/>
                  <a:pt x="15583" y="7750"/>
                  <a:pt x="15093" y="7382"/>
                </a:cubicBezTo>
                <a:cubicBezTo>
                  <a:pt x="14625" y="7030"/>
                  <a:pt x="14469" y="6523"/>
                  <a:pt x="14469" y="5716"/>
                </a:cubicBezTo>
                <a:cubicBezTo>
                  <a:pt x="14469" y="5716"/>
                  <a:pt x="14469" y="5716"/>
                  <a:pt x="14469" y="162"/>
                </a:cubicBezTo>
                <a:cubicBezTo>
                  <a:pt x="14469" y="103"/>
                  <a:pt x="14493" y="67"/>
                  <a:pt x="14527" y="44"/>
                </a:cubicBezTo>
                <a:cubicBezTo>
                  <a:pt x="14568" y="16"/>
                  <a:pt x="14620" y="0"/>
                  <a:pt x="14706" y="0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6799" tIns="46799" rIns="46799" bIns="46799"/>
          <a:lstStyle/>
          <a:p>
            <a:pPr>
              <a:defRPr>
                <a:latin typeface="Verdana"/>
                <a:ea typeface="Verdana"/>
                <a:cs typeface="Verdana"/>
                <a:sym typeface="Verdana"/>
              </a:defRPr>
            </a:pPr>
          </a:p>
        </p:txBody>
      </p:sp>
      <p:sp>
        <p:nvSpPr>
          <p:cNvPr id="183" name="Bottom bar"/>
          <p:cNvSpPr/>
          <p:nvPr/>
        </p:nvSpPr>
        <p:spPr>
          <a:xfrm>
            <a:off x="0" y="6541199"/>
            <a:ext cx="12193200" cy="31680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6799" tIns="46799" rIns="46799" bIns="46799" anchor="ctr"/>
          <a:lstStyle/>
          <a:p>
            <a:pPr algn="ctr">
              <a:spcBef>
                <a:spcPts val="400"/>
              </a:spcBef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4" name="Top bar"/>
          <p:cNvSpPr/>
          <p:nvPr/>
        </p:nvSpPr>
        <p:spPr>
          <a:xfrm>
            <a:off x="0" y="-1"/>
            <a:ext cx="12193200" cy="50402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6799" tIns="46799" rIns="46799" bIns="46799" anchor="ctr"/>
          <a:lstStyle/>
          <a:p>
            <a:pPr algn="ctr">
              <a:spcBef>
                <a:spcPts val="400"/>
              </a:spcBef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5" name="Title Text"/>
          <p:cNvSpPr txBox="1"/>
          <p:nvPr>
            <p:ph type="title"/>
          </p:nvPr>
        </p:nvSpPr>
        <p:spPr>
          <a:xfrm>
            <a:off x="1774725" y="426126"/>
            <a:ext cx="9312376" cy="972718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18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187" name="ESS.png" descr="ESS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30250" y="252000"/>
            <a:ext cx="1138321" cy="612001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00" name="Group"/>
          <p:cNvGrpSpPr/>
          <p:nvPr/>
        </p:nvGrpSpPr>
        <p:grpSpPr>
          <a:xfrm>
            <a:off x="17068" y="935881"/>
            <a:ext cx="1506786" cy="5584238"/>
            <a:chOff x="0" y="0"/>
            <a:chExt cx="1506784" cy="5584236"/>
          </a:xfrm>
        </p:grpSpPr>
        <p:pic>
          <p:nvPicPr>
            <p:cNvPr id="188" name="Image" descr="Image"/>
            <p:cNvPicPr>
              <a:picLocks noChangeAspect="1"/>
            </p:cNvPicPr>
            <p:nvPr/>
          </p:nvPicPr>
          <p:blipFill>
            <a:blip r:embed="rId3">
              <a:extLst/>
            </a:blip>
            <a:srcRect l="0" t="0" r="0" b="0"/>
            <a:stretch>
              <a:fillRect/>
            </a:stretch>
          </p:blipFill>
          <p:spPr>
            <a:xfrm>
              <a:off x="0" y="0"/>
              <a:ext cx="1506785" cy="558423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89" name="Rectangle"/>
            <p:cNvSpPr/>
            <p:nvPr/>
          </p:nvSpPr>
          <p:spPr>
            <a:xfrm>
              <a:off x="26491" y="29555"/>
              <a:ext cx="1453952" cy="791704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6799" tIns="46799" rIns="46799" bIns="46799" numCol="1" anchor="ctr">
              <a:noAutofit/>
            </a:bodyPr>
            <a:lstStyle/>
            <a:p>
              <a:pPr/>
            </a:p>
          </p:txBody>
        </p:sp>
        <p:grpSp>
          <p:nvGrpSpPr>
            <p:cNvPr id="198" name="Group"/>
            <p:cNvGrpSpPr/>
            <p:nvPr/>
          </p:nvGrpSpPr>
          <p:grpSpPr>
            <a:xfrm>
              <a:off x="161144" y="50051"/>
              <a:ext cx="1271028" cy="5510910"/>
              <a:chOff x="0" y="0"/>
              <a:chExt cx="1271027" cy="5510908"/>
            </a:xfrm>
          </p:grpSpPr>
          <p:sp>
            <p:nvSpPr>
              <p:cNvPr id="190" name="2025 ISIS McStas School"/>
              <p:cNvSpPr txBox="1"/>
              <p:nvPr/>
            </p:nvSpPr>
            <p:spPr>
              <a:xfrm>
                <a:off x="0" y="4478221"/>
                <a:ext cx="1184497" cy="10326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0" tIns="0" rIns="0" bIns="0" numCol="1" anchor="b">
                <a:normAutofit fontScale="100000" lnSpcReduction="0"/>
              </a:bodyPr>
              <a:lstStyle/>
              <a:p>
                <a:pPr algn="ctr" defTabSz="521208">
                  <a:lnSpc>
                    <a:spcPct val="110000"/>
                  </a:lnSpc>
                  <a:spcBef>
                    <a:spcPts val="0"/>
                  </a:spcBef>
                  <a:defRPr b="1" i="1" sz="2109">
                    <a:solidFill>
                      <a:srgbClr val="FFFFFF"/>
                    </a:solidFill>
                  </a:defRPr>
                </a:pPr>
                <a:r>
                  <a:t>2025 ISIS</a:t>
                </a:r>
                <a:br/>
                <a:r>
                  <a:t>McStas School</a:t>
                </a:r>
              </a:p>
            </p:txBody>
          </p:sp>
          <p:grpSp>
            <p:nvGrpSpPr>
              <p:cNvPr id="197" name="Group"/>
              <p:cNvGrpSpPr/>
              <p:nvPr/>
            </p:nvGrpSpPr>
            <p:grpSpPr>
              <a:xfrm>
                <a:off x="545266" y="-1"/>
                <a:ext cx="725762" cy="757651"/>
                <a:chOff x="0" y="0"/>
                <a:chExt cx="725761" cy="757649"/>
              </a:xfrm>
            </p:grpSpPr>
            <p:sp>
              <p:nvSpPr>
                <p:cNvPr id="191" name="Logo color"/>
                <p:cNvSpPr/>
                <p:nvPr/>
              </p:nvSpPr>
              <p:spPr>
                <a:xfrm>
                  <a:off x="2507" y="452770"/>
                  <a:ext cx="117009" cy="170656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4597" y="18293"/>
                      </a:moveTo>
                      <a:cubicBezTo>
                        <a:pt x="10549" y="19881"/>
                        <a:pt x="11051" y="19881"/>
                        <a:pt x="17003" y="18293"/>
                      </a:cubicBezTo>
                      <a:cubicBezTo>
                        <a:pt x="17003" y="18293"/>
                        <a:pt x="17003" y="18293"/>
                        <a:pt x="21600" y="19949"/>
                      </a:cubicBezTo>
                      <a:cubicBezTo>
                        <a:pt x="21600" y="19949"/>
                        <a:pt x="21600" y="19949"/>
                        <a:pt x="17003" y="21600"/>
                      </a:cubicBezTo>
                      <a:cubicBezTo>
                        <a:pt x="11051" y="20016"/>
                        <a:pt x="10549" y="20016"/>
                        <a:pt x="4597" y="21600"/>
                      </a:cubicBezTo>
                      <a:cubicBezTo>
                        <a:pt x="4597" y="21600"/>
                        <a:pt x="4597" y="21600"/>
                        <a:pt x="0" y="19949"/>
                      </a:cubicBezTo>
                      <a:cubicBezTo>
                        <a:pt x="0" y="19949"/>
                        <a:pt x="0" y="19949"/>
                        <a:pt x="4597" y="18293"/>
                      </a:cubicBezTo>
                      <a:close/>
                      <a:moveTo>
                        <a:pt x="4597" y="14200"/>
                      </a:moveTo>
                      <a:cubicBezTo>
                        <a:pt x="10549" y="15790"/>
                        <a:pt x="11051" y="15790"/>
                        <a:pt x="17003" y="14200"/>
                      </a:cubicBezTo>
                      <a:cubicBezTo>
                        <a:pt x="17003" y="14200"/>
                        <a:pt x="17003" y="14200"/>
                        <a:pt x="21600" y="15858"/>
                      </a:cubicBezTo>
                      <a:cubicBezTo>
                        <a:pt x="21600" y="15858"/>
                        <a:pt x="21600" y="15858"/>
                        <a:pt x="17003" y="17512"/>
                      </a:cubicBezTo>
                      <a:cubicBezTo>
                        <a:pt x="11051" y="15925"/>
                        <a:pt x="10549" y="15925"/>
                        <a:pt x="4597" y="17512"/>
                      </a:cubicBezTo>
                      <a:cubicBezTo>
                        <a:pt x="4597" y="17512"/>
                        <a:pt x="4597" y="17512"/>
                        <a:pt x="0" y="15858"/>
                      </a:cubicBezTo>
                      <a:cubicBezTo>
                        <a:pt x="0" y="15858"/>
                        <a:pt x="0" y="15858"/>
                        <a:pt x="4597" y="14200"/>
                      </a:cubicBezTo>
                      <a:close/>
                      <a:moveTo>
                        <a:pt x="4597" y="10111"/>
                      </a:moveTo>
                      <a:cubicBezTo>
                        <a:pt x="10549" y="11702"/>
                        <a:pt x="11051" y="11702"/>
                        <a:pt x="17003" y="10111"/>
                      </a:cubicBezTo>
                      <a:cubicBezTo>
                        <a:pt x="17003" y="10111"/>
                        <a:pt x="17003" y="10111"/>
                        <a:pt x="21600" y="11769"/>
                      </a:cubicBezTo>
                      <a:cubicBezTo>
                        <a:pt x="21600" y="11769"/>
                        <a:pt x="21600" y="11769"/>
                        <a:pt x="17003" y="13423"/>
                      </a:cubicBezTo>
                      <a:cubicBezTo>
                        <a:pt x="11051" y="11837"/>
                        <a:pt x="10549" y="11837"/>
                        <a:pt x="4597" y="13423"/>
                      </a:cubicBezTo>
                      <a:cubicBezTo>
                        <a:pt x="4597" y="13423"/>
                        <a:pt x="4597" y="13423"/>
                        <a:pt x="0" y="11769"/>
                      </a:cubicBezTo>
                      <a:cubicBezTo>
                        <a:pt x="0" y="11769"/>
                        <a:pt x="0" y="11769"/>
                        <a:pt x="4597" y="10111"/>
                      </a:cubicBezTo>
                      <a:close/>
                      <a:moveTo>
                        <a:pt x="2971" y="918"/>
                      </a:moveTo>
                      <a:lnTo>
                        <a:pt x="2971" y="6926"/>
                      </a:lnTo>
                      <a:cubicBezTo>
                        <a:pt x="2971" y="6926"/>
                        <a:pt x="2971" y="6926"/>
                        <a:pt x="3980" y="6926"/>
                      </a:cubicBezTo>
                      <a:cubicBezTo>
                        <a:pt x="4430" y="6926"/>
                        <a:pt x="4695" y="6878"/>
                        <a:pt x="4903" y="6708"/>
                      </a:cubicBezTo>
                      <a:cubicBezTo>
                        <a:pt x="5220" y="6447"/>
                        <a:pt x="5249" y="5917"/>
                        <a:pt x="5249" y="4849"/>
                      </a:cubicBezTo>
                      <a:cubicBezTo>
                        <a:pt x="5249" y="4849"/>
                        <a:pt x="5249" y="4849"/>
                        <a:pt x="5249" y="2990"/>
                      </a:cubicBezTo>
                      <a:cubicBezTo>
                        <a:pt x="5249" y="1926"/>
                        <a:pt x="5220" y="1396"/>
                        <a:pt x="4903" y="1135"/>
                      </a:cubicBezTo>
                      <a:cubicBezTo>
                        <a:pt x="4695" y="965"/>
                        <a:pt x="4430" y="918"/>
                        <a:pt x="3980" y="918"/>
                      </a:cubicBezTo>
                      <a:cubicBezTo>
                        <a:pt x="3980" y="918"/>
                        <a:pt x="3980" y="918"/>
                        <a:pt x="2971" y="918"/>
                      </a:cubicBezTo>
                      <a:close/>
                      <a:moveTo>
                        <a:pt x="8068" y="0"/>
                      </a:moveTo>
                      <a:cubicBezTo>
                        <a:pt x="8068" y="0"/>
                        <a:pt x="8068" y="0"/>
                        <a:pt x="13456" y="0"/>
                      </a:cubicBezTo>
                      <a:cubicBezTo>
                        <a:pt x="13542" y="0"/>
                        <a:pt x="13594" y="16"/>
                        <a:pt x="13635" y="44"/>
                      </a:cubicBezTo>
                      <a:cubicBezTo>
                        <a:pt x="13669" y="67"/>
                        <a:pt x="13698" y="103"/>
                        <a:pt x="13698" y="162"/>
                      </a:cubicBezTo>
                      <a:cubicBezTo>
                        <a:pt x="13698" y="162"/>
                        <a:pt x="13698" y="162"/>
                        <a:pt x="13698" y="827"/>
                      </a:cubicBezTo>
                      <a:cubicBezTo>
                        <a:pt x="13698" y="886"/>
                        <a:pt x="13669" y="922"/>
                        <a:pt x="13635" y="945"/>
                      </a:cubicBezTo>
                      <a:cubicBezTo>
                        <a:pt x="13594" y="973"/>
                        <a:pt x="13542" y="989"/>
                        <a:pt x="13456" y="989"/>
                      </a:cubicBezTo>
                      <a:cubicBezTo>
                        <a:pt x="13456" y="989"/>
                        <a:pt x="13456" y="989"/>
                        <a:pt x="11731" y="989"/>
                      </a:cubicBezTo>
                      <a:cubicBezTo>
                        <a:pt x="11731" y="989"/>
                        <a:pt x="11731" y="989"/>
                        <a:pt x="11731" y="7681"/>
                      </a:cubicBezTo>
                      <a:cubicBezTo>
                        <a:pt x="11731" y="7740"/>
                        <a:pt x="11708" y="7776"/>
                        <a:pt x="11667" y="7800"/>
                      </a:cubicBezTo>
                      <a:cubicBezTo>
                        <a:pt x="11633" y="7827"/>
                        <a:pt x="11581" y="7843"/>
                        <a:pt x="11494" y="7843"/>
                      </a:cubicBezTo>
                      <a:cubicBezTo>
                        <a:pt x="11494" y="7843"/>
                        <a:pt x="11494" y="7843"/>
                        <a:pt x="10029" y="7843"/>
                      </a:cubicBezTo>
                      <a:cubicBezTo>
                        <a:pt x="9943" y="7843"/>
                        <a:pt x="9891" y="7827"/>
                        <a:pt x="9850" y="7800"/>
                      </a:cubicBezTo>
                      <a:cubicBezTo>
                        <a:pt x="9810" y="7776"/>
                        <a:pt x="9787" y="7740"/>
                        <a:pt x="9787" y="7681"/>
                      </a:cubicBezTo>
                      <a:cubicBezTo>
                        <a:pt x="9787" y="7681"/>
                        <a:pt x="9787" y="7681"/>
                        <a:pt x="9787" y="989"/>
                      </a:cubicBezTo>
                      <a:cubicBezTo>
                        <a:pt x="9787" y="989"/>
                        <a:pt x="9787" y="989"/>
                        <a:pt x="8068" y="989"/>
                      </a:cubicBezTo>
                      <a:cubicBezTo>
                        <a:pt x="7981" y="989"/>
                        <a:pt x="7929" y="973"/>
                        <a:pt x="7889" y="945"/>
                      </a:cubicBezTo>
                      <a:cubicBezTo>
                        <a:pt x="7849" y="922"/>
                        <a:pt x="7825" y="886"/>
                        <a:pt x="7825" y="827"/>
                      </a:cubicBezTo>
                      <a:cubicBezTo>
                        <a:pt x="7825" y="827"/>
                        <a:pt x="7825" y="827"/>
                        <a:pt x="7825" y="162"/>
                      </a:cubicBezTo>
                      <a:cubicBezTo>
                        <a:pt x="7825" y="103"/>
                        <a:pt x="7849" y="67"/>
                        <a:pt x="7889" y="44"/>
                      </a:cubicBezTo>
                      <a:cubicBezTo>
                        <a:pt x="7929" y="16"/>
                        <a:pt x="7981" y="0"/>
                        <a:pt x="8068" y="0"/>
                      </a:cubicBezTo>
                      <a:close/>
                      <a:moveTo>
                        <a:pt x="1390" y="0"/>
                      </a:moveTo>
                      <a:cubicBezTo>
                        <a:pt x="1390" y="0"/>
                        <a:pt x="1390" y="0"/>
                        <a:pt x="4257" y="0"/>
                      </a:cubicBezTo>
                      <a:cubicBezTo>
                        <a:pt x="5370" y="0"/>
                        <a:pt x="6051" y="174"/>
                        <a:pt x="6466" y="538"/>
                      </a:cubicBezTo>
                      <a:cubicBezTo>
                        <a:pt x="7072" y="1036"/>
                        <a:pt x="7089" y="1843"/>
                        <a:pt x="7089" y="3077"/>
                      </a:cubicBezTo>
                      <a:cubicBezTo>
                        <a:pt x="7089" y="3077"/>
                        <a:pt x="7089" y="3077"/>
                        <a:pt x="7089" y="4766"/>
                      </a:cubicBezTo>
                      <a:cubicBezTo>
                        <a:pt x="7089" y="6000"/>
                        <a:pt x="7072" y="6807"/>
                        <a:pt x="6466" y="7305"/>
                      </a:cubicBezTo>
                      <a:cubicBezTo>
                        <a:pt x="6051" y="7669"/>
                        <a:pt x="5370" y="7843"/>
                        <a:pt x="4257" y="7843"/>
                      </a:cubicBezTo>
                      <a:cubicBezTo>
                        <a:pt x="4257" y="7843"/>
                        <a:pt x="4257" y="7843"/>
                        <a:pt x="1390" y="7843"/>
                      </a:cubicBezTo>
                      <a:cubicBezTo>
                        <a:pt x="1304" y="7843"/>
                        <a:pt x="1252" y="7827"/>
                        <a:pt x="1217" y="7800"/>
                      </a:cubicBezTo>
                      <a:cubicBezTo>
                        <a:pt x="1177" y="7776"/>
                        <a:pt x="1154" y="7740"/>
                        <a:pt x="1154" y="7681"/>
                      </a:cubicBezTo>
                      <a:cubicBezTo>
                        <a:pt x="1154" y="7681"/>
                        <a:pt x="1154" y="7681"/>
                        <a:pt x="1154" y="162"/>
                      </a:cubicBezTo>
                      <a:cubicBezTo>
                        <a:pt x="1154" y="103"/>
                        <a:pt x="1177" y="67"/>
                        <a:pt x="1217" y="44"/>
                      </a:cubicBezTo>
                      <a:cubicBezTo>
                        <a:pt x="1252" y="16"/>
                        <a:pt x="1304" y="0"/>
                        <a:pt x="1390" y="0"/>
                      </a:cubicBezTo>
                      <a:close/>
                      <a:moveTo>
                        <a:pt x="14706" y="0"/>
                      </a:moveTo>
                      <a:cubicBezTo>
                        <a:pt x="14706" y="0"/>
                        <a:pt x="14706" y="0"/>
                        <a:pt x="16045" y="0"/>
                      </a:cubicBezTo>
                      <a:cubicBezTo>
                        <a:pt x="16131" y="0"/>
                        <a:pt x="16183" y="16"/>
                        <a:pt x="16224" y="44"/>
                      </a:cubicBezTo>
                      <a:cubicBezTo>
                        <a:pt x="16264" y="67"/>
                        <a:pt x="16287" y="103"/>
                        <a:pt x="16287" y="162"/>
                      </a:cubicBezTo>
                      <a:cubicBezTo>
                        <a:pt x="16287" y="162"/>
                        <a:pt x="16287" y="162"/>
                        <a:pt x="16287" y="5712"/>
                      </a:cubicBezTo>
                      <a:cubicBezTo>
                        <a:pt x="16287" y="6314"/>
                        <a:pt x="16368" y="6646"/>
                        <a:pt x="16627" y="6844"/>
                      </a:cubicBezTo>
                      <a:cubicBezTo>
                        <a:pt x="16818" y="6990"/>
                        <a:pt x="17072" y="7053"/>
                        <a:pt x="17406" y="7053"/>
                      </a:cubicBezTo>
                      <a:cubicBezTo>
                        <a:pt x="17776" y="7053"/>
                        <a:pt x="18041" y="6982"/>
                        <a:pt x="18226" y="6844"/>
                      </a:cubicBezTo>
                      <a:cubicBezTo>
                        <a:pt x="18503" y="6638"/>
                        <a:pt x="18566" y="6294"/>
                        <a:pt x="18566" y="5712"/>
                      </a:cubicBezTo>
                      <a:cubicBezTo>
                        <a:pt x="18566" y="5712"/>
                        <a:pt x="18566" y="5712"/>
                        <a:pt x="18566" y="162"/>
                      </a:cubicBezTo>
                      <a:cubicBezTo>
                        <a:pt x="18566" y="103"/>
                        <a:pt x="18589" y="67"/>
                        <a:pt x="18630" y="44"/>
                      </a:cubicBezTo>
                      <a:cubicBezTo>
                        <a:pt x="18664" y="16"/>
                        <a:pt x="18722" y="0"/>
                        <a:pt x="18803" y="0"/>
                      </a:cubicBezTo>
                      <a:cubicBezTo>
                        <a:pt x="18803" y="0"/>
                        <a:pt x="18803" y="0"/>
                        <a:pt x="20147" y="0"/>
                      </a:cubicBezTo>
                      <a:cubicBezTo>
                        <a:pt x="20234" y="0"/>
                        <a:pt x="20286" y="16"/>
                        <a:pt x="20320" y="44"/>
                      </a:cubicBezTo>
                      <a:cubicBezTo>
                        <a:pt x="20361" y="67"/>
                        <a:pt x="20384" y="103"/>
                        <a:pt x="20384" y="162"/>
                      </a:cubicBezTo>
                      <a:cubicBezTo>
                        <a:pt x="20384" y="162"/>
                        <a:pt x="20384" y="162"/>
                        <a:pt x="20384" y="5716"/>
                      </a:cubicBezTo>
                      <a:cubicBezTo>
                        <a:pt x="20384" y="6464"/>
                        <a:pt x="20257" y="6962"/>
                        <a:pt x="19732" y="7382"/>
                      </a:cubicBezTo>
                      <a:cubicBezTo>
                        <a:pt x="19287" y="7738"/>
                        <a:pt x="18560" y="7943"/>
                        <a:pt x="17430" y="7943"/>
                      </a:cubicBezTo>
                      <a:cubicBezTo>
                        <a:pt x="16316" y="7943"/>
                        <a:pt x="15583" y="7750"/>
                        <a:pt x="15093" y="7382"/>
                      </a:cubicBezTo>
                      <a:cubicBezTo>
                        <a:pt x="14625" y="7030"/>
                        <a:pt x="14469" y="6523"/>
                        <a:pt x="14469" y="5716"/>
                      </a:cubicBezTo>
                      <a:cubicBezTo>
                        <a:pt x="14469" y="5716"/>
                        <a:pt x="14469" y="5716"/>
                        <a:pt x="14469" y="162"/>
                      </a:cubicBezTo>
                      <a:cubicBezTo>
                        <a:pt x="14469" y="103"/>
                        <a:pt x="14493" y="67"/>
                        <a:pt x="14527" y="44"/>
                      </a:cubicBezTo>
                      <a:cubicBezTo>
                        <a:pt x="14568" y="16"/>
                        <a:pt x="14620" y="0"/>
                        <a:pt x="14706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6799" tIns="46799" rIns="46799" bIns="46799" numCol="1" anchor="t">
                  <a:noAutofit/>
                </a:bodyPr>
                <a:lstStyle/>
                <a:p>
                  <a:pPr>
                    <a:defRPr>
                      <a:latin typeface="Verdana"/>
                      <a:ea typeface="Verdana"/>
                      <a:cs typeface="Verdana"/>
                      <a:sym typeface="Verdana"/>
                    </a:defRPr>
                  </a:pPr>
                </a:p>
              </p:txBody>
            </p:sp>
            <p:pic>
              <p:nvPicPr>
                <p:cNvPr id="192" name="logoill.pdf" descr="logoill.pdf"/>
                <p:cNvPicPr>
                  <a:picLocks noChangeAspect="0"/>
                </p:cNvPicPr>
                <p:nvPr/>
              </p:nvPicPr>
              <p:blipFill>
                <a:blip r:embed="rId4">
                  <a:extLst/>
                </a:blip>
                <a:stretch>
                  <a:fillRect/>
                </a:stretch>
              </p:blipFill>
              <p:spPr>
                <a:xfrm>
                  <a:off x="486613" y="459579"/>
                  <a:ext cx="164286" cy="157037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193" name="mcstas-logo.pdf" descr="mcstas-logo.pdf"/>
                <p:cNvPicPr>
                  <a:picLocks noChangeAspect="0"/>
                </p:cNvPicPr>
                <p:nvPr/>
              </p:nvPicPr>
              <p:blipFill>
                <a:blip r:embed="rId5">
                  <a:extLst/>
                </a:blip>
                <a:srcRect l="0" t="0" r="0" b="0"/>
                <a:stretch>
                  <a:fillRect/>
                </a:stretch>
              </p:blipFill>
              <p:spPr>
                <a:xfrm>
                  <a:off x="0" y="0"/>
                  <a:ext cx="725762" cy="426459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194" name="PSI-Logo_trans.png" descr="PSI-Logo_trans.png"/>
                <p:cNvPicPr>
                  <a:picLocks noChangeAspect="0"/>
                </p:cNvPicPr>
                <p:nvPr/>
              </p:nvPicPr>
              <p:blipFill>
                <a:blip r:embed="rId6">
                  <a:extLst/>
                </a:blip>
                <a:stretch>
                  <a:fillRect/>
                </a:stretch>
              </p:blipFill>
              <p:spPr>
                <a:xfrm>
                  <a:off x="270340" y="501170"/>
                  <a:ext cx="204490" cy="74865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195" name="ku-logo.pdf" descr="ku-logo.pdf"/>
                <p:cNvPicPr>
                  <a:picLocks noChangeAspect="0"/>
                </p:cNvPicPr>
                <p:nvPr/>
              </p:nvPicPr>
              <p:blipFill>
                <a:blip r:embed="rId7">
                  <a:extLst/>
                </a:blip>
                <a:stretch>
                  <a:fillRect/>
                </a:stretch>
              </p:blipFill>
              <p:spPr>
                <a:xfrm>
                  <a:off x="131011" y="451261"/>
                  <a:ext cx="128373" cy="174419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196" name="ESS_Logo_Frugal_Blue_cmyk.png" descr="ESS_Logo_Frugal_Blue_cmyk.png"/>
                <p:cNvPicPr>
                  <a:picLocks noChangeAspect="0"/>
                </p:cNvPicPr>
                <p:nvPr/>
              </p:nvPicPr>
              <p:blipFill>
                <a:blip r:embed="rId8">
                  <a:extLst/>
                </a:blip>
                <a:stretch>
                  <a:fillRect/>
                </a:stretch>
              </p:blipFill>
              <p:spPr>
                <a:xfrm>
                  <a:off x="214914" y="607364"/>
                  <a:ext cx="279297" cy="150286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</p:grpSp>
        </p:grpSp>
        <p:pic>
          <p:nvPicPr>
            <p:cNvPr id="199" name="Image" descr="Image"/>
            <p:cNvPicPr>
              <a:picLocks noChangeAspect="1"/>
            </p:cNvPicPr>
            <p:nvPr/>
          </p:nvPicPr>
          <p:blipFill>
            <a:blip r:embed="rId9">
              <a:extLst/>
            </a:blip>
            <a:srcRect l="0" t="0" r="77004" b="0"/>
            <a:stretch>
              <a:fillRect/>
            </a:stretch>
          </p:blipFill>
          <p:spPr>
            <a:xfrm>
              <a:off x="44293" y="62025"/>
              <a:ext cx="617630" cy="61184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201" name="UserProfile.Offices.Workarea_{{DocumentLanguage}}text"/>
          <p:cNvSpPr txBox="1"/>
          <p:nvPr/>
        </p:nvSpPr>
        <p:spPr>
          <a:xfrm>
            <a:off x="1774725" y="6636099"/>
            <a:ext cx="339707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spcBef>
                <a:spcPts val="0"/>
              </a:spcBef>
              <a:defRPr b="1" sz="700">
                <a:solidFill>
                  <a:srgbClr val="FFFFFF"/>
                </a:solidFill>
              </a:defRPr>
            </a:lvl1pPr>
          </a:lstStyle>
          <a:p>
            <a:pPr/>
            <a:r>
              <a:t>2025 ISIS McStas school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Logo og foot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Front/Pause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Logo color"/>
          <p:cNvSpPr/>
          <p:nvPr/>
        </p:nvSpPr>
        <p:spPr>
          <a:xfrm>
            <a:off x="252000" y="252000"/>
            <a:ext cx="419612" cy="612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4597" y="18293"/>
                </a:moveTo>
                <a:cubicBezTo>
                  <a:pt x="10549" y="19881"/>
                  <a:pt x="11051" y="19881"/>
                  <a:pt x="17003" y="18293"/>
                </a:cubicBezTo>
                <a:cubicBezTo>
                  <a:pt x="17003" y="18293"/>
                  <a:pt x="17003" y="18293"/>
                  <a:pt x="21600" y="19949"/>
                </a:cubicBezTo>
                <a:cubicBezTo>
                  <a:pt x="21600" y="19949"/>
                  <a:pt x="21600" y="19949"/>
                  <a:pt x="17003" y="21600"/>
                </a:cubicBezTo>
                <a:cubicBezTo>
                  <a:pt x="11051" y="20016"/>
                  <a:pt x="10549" y="20016"/>
                  <a:pt x="4597" y="21600"/>
                </a:cubicBezTo>
                <a:cubicBezTo>
                  <a:pt x="4597" y="21600"/>
                  <a:pt x="4597" y="21600"/>
                  <a:pt x="0" y="19949"/>
                </a:cubicBezTo>
                <a:cubicBezTo>
                  <a:pt x="0" y="19949"/>
                  <a:pt x="0" y="19949"/>
                  <a:pt x="4597" y="18293"/>
                </a:cubicBezTo>
                <a:close/>
                <a:moveTo>
                  <a:pt x="4597" y="14200"/>
                </a:moveTo>
                <a:cubicBezTo>
                  <a:pt x="10549" y="15790"/>
                  <a:pt x="11051" y="15790"/>
                  <a:pt x="17003" y="14200"/>
                </a:cubicBezTo>
                <a:cubicBezTo>
                  <a:pt x="17003" y="14200"/>
                  <a:pt x="17003" y="14200"/>
                  <a:pt x="21600" y="15858"/>
                </a:cubicBezTo>
                <a:cubicBezTo>
                  <a:pt x="21600" y="15858"/>
                  <a:pt x="21600" y="15858"/>
                  <a:pt x="17003" y="17512"/>
                </a:cubicBezTo>
                <a:cubicBezTo>
                  <a:pt x="11051" y="15925"/>
                  <a:pt x="10549" y="15925"/>
                  <a:pt x="4597" y="17512"/>
                </a:cubicBezTo>
                <a:cubicBezTo>
                  <a:pt x="4597" y="17512"/>
                  <a:pt x="4597" y="17512"/>
                  <a:pt x="0" y="15858"/>
                </a:cubicBezTo>
                <a:cubicBezTo>
                  <a:pt x="0" y="15858"/>
                  <a:pt x="0" y="15858"/>
                  <a:pt x="4597" y="14200"/>
                </a:cubicBezTo>
                <a:close/>
                <a:moveTo>
                  <a:pt x="4597" y="10111"/>
                </a:moveTo>
                <a:cubicBezTo>
                  <a:pt x="10549" y="11702"/>
                  <a:pt x="11051" y="11702"/>
                  <a:pt x="17003" y="10111"/>
                </a:cubicBezTo>
                <a:cubicBezTo>
                  <a:pt x="17003" y="10111"/>
                  <a:pt x="17003" y="10111"/>
                  <a:pt x="21600" y="11769"/>
                </a:cubicBezTo>
                <a:cubicBezTo>
                  <a:pt x="21600" y="11769"/>
                  <a:pt x="21600" y="11769"/>
                  <a:pt x="17003" y="13423"/>
                </a:cubicBezTo>
                <a:cubicBezTo>
                  <a:pt x="11051" y="11837"/>
                  <a:pt x="10549" y="11837"/>
                  <a:pt x="4597" y="13423"/>
                </a:cubicBezTo>
                <a:cubicBezTo>
                  <a:pt x="4597" y="13423"/>
                  <a:pt x="4597" y="13423"/>
                  <a:pt x="0" y="11769"/>
                </a:cubicBezTo>
                <a:cubicBezTo>
                  <a:pt x="0" y="11769"/>
                  <a:pt x="0" y="11769"/>
                  <a:pt x="4597" y="10111"/>
                </a:cubicBezTo>
                <a:close/>
                <a:moveTo>
                  <a:pt x="2971" y="918"/>
                </a:moveTo>
                <a:lnTo>
                  <a:pt x="2971" y="6926"/>
                </a:lnTo>
                <a:cubicBezTo>
                  <a:pt x="2971" y="6926"/>
                  <a:pt x="2971" y="6926"/>
                  <a:pt x="3980" y="6926"/>
                </a:cubicBezTo>
                <a:cubicBezTo>
                  <a:pt x="4430" y="6926"/>
                  <a:pt x="4695" y="6878"/>
                  <a:pt x="4903" y="6708"/>
                </a:cubicBezTo>
                <a:cubicBezTo>
                  <a:pt x="5220" y="6447"/>
                  <a:pt x="5249" y="5917"/>
                  <a:pt x="5249" y="4849"/>
                </a:cubicBezTo>
                <a:cubicBezTo>
                  <a:pt x="5249" y="4849"/>
                  <a:pt x="5249" y="4849"/>
                  <a:pt x="5249" y="2990"/>
                </a:cubicBezTo>
                <a:cubicBezTo>
                  <a:pt x="5249" y="1926"/>
                  <a:pt x="5220" y="1396"/>
                  <a:pt x="4903" y="1135"/>
                </a:cubicBezTo>
                <a:cubicBezTo>
                  <a:pt x="4695" y="965"/>
                  <a:pt x="4430" y="918"/>
                  <a:pt x="3980" y="918"/>
                </a:cubicBezTo>
                <a:cubicBezTo>
                  <a:pt x="3980" y="918"/>
                  <a:pt x="3980" y="918"/>
                  <a:pt x="2971" y="918"/>
                </a:cubicBezTo>
                <a:close/>
                <a:moveTo>
                  <a:pt x="8068" y="0"/>
                </a:moveTo>
                <a:cubicBezTo>
                  <a:pt x="8068" y="0"/>
                  <a:pt x="8068" y="0"/>
                  <a:pt x="13456" y="0"/>
                </a:cubicBezTo>
                <a:cubicBezTo>
                  <a:pt x="13542" y="0"/>
                  <a:pt x="13594" y="16"/>
                  <a:pt x="13635" y="44"/>
                </a:cubicBezTo>
                <a:cubicBezTo>
                  <a:pt x="13669" y="67"/>
                  <a:pt x="13698" y="103"/>
                  <a:pt x="13698" y="162"/>
                </a:cubicBezTo>
                <a:cubicBezTo>
                  <a:pt x="13698" y="162"/>
                  <a:pt x="13698" y="162"/>
                  <a:pt x="13698" y="827"/>
                </a:cubicBezTo>
                <a:cubicBezTo>
                  <a:pt x="13698" y="886"/>
                  <a:pt x="13669" y="922"/>
                  <a:pt x="13635" y="945"/>
                </a:cubicBezTo>
                <a:cubicBezTo>
                  <a:pt x="13594" y="973"/>
                  <a:pt x="13542" y="989"/>
                  <a:pt x="13456" y="989"/>
                </a:cubicBezTo>
                <a:cubicBezTo>
                  <a:pt x="13456" y="989"/>
                  <a:pt x="13456" y="989"/>
                  <a:pt x="11731" y="989"/>
                </a:cubicBezTo>
                <a:cubicBezTo>
                  <a:pt x="11731" y="989"/>
                  <a:pt x="11731" y="989"/>
                  <a:pt x="11731" y="7681"/>
                </a:cubicBezTo>
                <a:cubicBezTo>
                  <a:pt x="11731" y="7740"/>
                  <a:pt x="11708" y="7776"/>
                  <a:pt x="11667" y="7800"/>
                </a:cubicBezTo>
                <a:cubicBezTo>
                  <a:pt x="11633" y="7827"/>
                  <a:pt x="11581" y="7843"/>
                  <a:pt x="11494" y="7843"/>
                </a:cubicBezTo>
                <a:cubicBezTo>
                  <a:pt x="11494" y="7843"/>
                  <a:pt x="11494" y="7843"/>
                  <a:pt x="10029" y="7843"/>
                </a:cubicBezTo>
                <a:cubicBezTo>
                  <a:pt x="9943" y="7843"/>
                  <a:pt x="9891" y="7827"/>
                  <a:pt x="9850" y="7800"/>
                </a:cubicBezTo>
                <a:cubicBezTo>
                  <a:pt x="9810" y="7776"/>
                  <a:pt x="9787" y="7740"/>
                  <a:pt x="9787" y="7681"/>
                </a:cubicBezTo>
                <a:cubicBezTo>
                  <a:pt x="9787" y="7681"/>
                  <a:pt x="9787" y="7681"/>
                  <a:pt x="9787" y="989"/>
                </a:cubicBezTo>
                <a:cubicBezTo>
                  <a:pt x="9787" y="989"/>
                  <a:pt x="9787" y="989"/>
                  <a:pt x="8068" y="989"/>
                </a:cubicBezTo>
                <a:cubicBezTo>
                  <a:pt x="7981" y="989"/>
                  <a:pt x="7929" y="973"/>
                  <a:pt x="7889" y="945"/>
                </a:cubicBezTo>
                <a:cubicBezTo>
                  <a:pt x="7849" y="922"/>
                  <a:pt x="7825" y="886"/>
                  <a:pt x="7825" y="827"/>
                </a:cubicBezTo>
                <a:cubicBezTo>
                  <a:pt x="7825" y="827"/>
                  <a:pt x="7825" y="827"/>
                  <a:pt x="7825" y="162"/>
                </a:cubicBezTo>
                <a:cubicBezTo>
                  <a:pt x="7825" y="103"/>
                  <a:pt x="7849" y="67"/>
                  <a:pt x="7889" y="44"/>
                </a:cubicBezTo>
                <a:cubicBezTo>
                  <a:pt x="7929" y="16"/>
                  <a:pt x="7981" y="0"/>
                  <a:pt x="8068" y="0"/>
                </a:cubicBezTo>
                <a:close/>
                <a:moveTo>
                  <a:pt x="1390" y="0"/>
                </a:moveTo>
                <a:cubicBezTo>
                  <a:pt x="1390" y="0"/>
                  <a:pt x="1390" y="0"/>
                  <a:pt x="4257" y="0"/>
                </a:cubicBezTo>
                <a:cubicBezTo>
                  <a:pt x="5370" y="0"/>
                  <a:pt x="6051" y="174"/>
                  <a:pt x="6466" y="538"/>
                </a:cubicBezTo>
                <a:cubicBezTo>
                  <a:pt x="7072" y="1036"/>
                  <a:pt x="7089" y="1843"/>
                  <a:pt x="7089" y="3077"/>
                </a:cubicBezTo>
                <a:cubicBezTo>
                  <a:pt x="7089" y="3077"/>
                  <a:pt x="7089" y="3077"/>
                  <a:pt x="7089" y="4766"/>
                </a:cubicBezTo>
                <a:cubicBezTo>
                  <a:pt x="7089" y="6000"/>
                  <a:pt x="7072" y="6807"/>
                  <a:pt x="6466" y="7305"/>
                </a:cubicBezTo>
                <a:cubicBezTo>
                  <a:pt x="6051" y="7669"/>
                  <a:pt x="5370" y="7843"/>
                  <a:pt x="4257" y="7843"/>
                </a:cubicBezTo>
                <a:cubicBezTo>
                  <a:pt x="4257" y="7843"/>
                  <a:pt x="4257" y="7843"/>
                  <a:pt x="1390" y="7843"/>
                </a:cubicBezTo>
                <a:cubicBezTo>
                  <a:pt x="1304" y="7843"/>
                  <a:pt x="1252" y="7827"/>
                  <a:pt x="1217" y="7800"/>
                </a:cubicBezTo>
                <a:cubicBezTo>
                  <a:pt x="1177" y="7776"/>
                  <a:pt x="1154" y="7740"/>
                  <a:pt x="1154" y="7681"/>
                </a:cubicBezTo>
                <a:cubicBezTo>
                  <a:pt x="1154" y="7681"/>
                  <a:pt x="1154" y="7681"/>
                  <a:pt x="1154" y="162"/>
                </a:cubicBezTo>
                <a:cubicBezTo>
                  <a:pt x="1154" y="103"/>
                  <a:pt x="1177" y="67"/>
                  <a:pt x="1217" y="44"/>
                </a:cubicBezTo>
                <a:cubicBezTo>
                  <a:pt x="1252" y="16"/>
                  <a:pt x="1304" y="0"/>
                  <a:pt x="1390" y="0"/>
                </a:cubicBezTo>
                <a:close/>
                <a:moveTo>
                  <a:pt x="14706" y="0"/>
                </a:moveTo>
                <a:cubicBezTo>
                  <a:pt x="14706" y="0"/>
                  <a:pt x="14706" y="0"/>
                  <a:pt x="16045" y="0"/>
                </a:cubicBezTo>
                <a:cubicBezTo>
                  <a:pt x="16131" y="0"/>
                  <a:pt x="16183" y="16"/>
                  <a:pt x="16224" y="44"/>
                </a:cubicBezTo>
                <a:cubicBezTo>
                  <a:pt x="16264" y="67"/>
                  <a:pt x="16287" y="103"/>
                  <a:pt x="16287" y="162"/>
                </a:cubicBezTo>
                <a:cubicBezTo>
                  <a:pt x="16287" y="162"/>
                  <a:pt x="16287" y="162"/>
                  <a:pt x="16287" y="5712"/>
                </a:cubicBezTo>
                <a:cubicBezTo>
                  <a:pt x="16287" y="6314"/>
                  <a:pt x="16368" y="6646"/>
                  <a:pt x="16627" y="6844"/>
                </a:cubicBezTo>
                <a:cubicBezTo>
                  <a:pt x="16818" y="6990"/>
                  <a:pt x="17072" y="7053"/>
                  <a:pt x="17406" y="7053"/>
                </a:cubicBezTo>
                <a:cubicBezTo>
                  <a:pt x="17776" y="7053"/>
                  <a:pt x="18041" y="6982"/>
                  <a:pt x="18226" y="6844"/>
                </a:cubicBezTo>
                <a:cubicBezTo>
                  <a:pt x="18503" y="6638"/>
                  <a:pt x="18566" y="6294"/>
                  <a:pt x="18566" y="5712"/>
                </a:cubicBezTo>
                <a:cubicBezTo>
                  <a:pt x="18566" y="5712"/>
                  <a:pt x="18566" y="5712"/>
                  <a:pt x="18566" y="162"/>
                </a:cubicBezTo>
                <a:cubicBezTo>
                  <a:pt x="18566" y="103"/>
                  <a:pt x="18589" y="67"/>
                  <a:pt x="18630" y="44"/>
                </a:cubicBezTo>
                <a:cubicBezTo>
                  <a:pt x="18664" y="16"/>
                  <a:pt x="18722" y="0"/>
                  <a:pt x="18803" y="0"/>
                </a:cubicBezTo>
                <a:cubicBezTo>
                  <a:pt x="18803" y="0"/>
                  <a:pt x="18803" y="0"/>
                  <a:pt x="20147" y="0"/>
                </a:cubicBezTo>
                <a:cubicBezTo>
                  <a:pt x="20234" y="0"/>
                  <a:pt x="20286" y="16"/>
                  <a:pt x="20320" y="44"/>
                </a:cubicBezTo>
                <a:cubicBezTo>
                  <a:pt x="20361" y="67"/>
                  <a:pt x="20384" y="103"/>
                  <a:pt x="20384" y="162"/>
                </a:cubicBezTo>
                <a:cubicBezTo>
                  <a:pt x="20384" y="162"/>
                  <a:pt x="20384" y="162"/>
                  <a:pt x="20384" y="5716"/>
                </a:cubicBezTo>
                <a:cubicBezTo>
                  <a:pt x="20384" y="6464"/>
                  <a:pt x="20257" y="6962"/>
                  <a:pt x="19732" y="7382"/>
                </a:cubicBezTo>
                <a:cubicBezTo>
                  <a:pt x="19287" y="7738"/>
                  <a:pt x="18560" y="7943"/>
                  <a:pt x="17430" y="7943"/>
                </a:cubicBezTo>
                <a:cubicBezTo>
                  <a:pt x="16316" y="7943"/>
                  <a:pt x="15583" y="7750"/>
                  <a:pt x="15093" y="7382"/>
                </a:cubicBezTo>
                <a:cubicBezTo>
                  <a:pt x="14625" y="7030"/>
                  <a:pt x="14469" y="6523"/>
                  <a:pt x="14469" y="5716"/>
                </a:cubicBezTo>
                <a:cubicBezTo>
                  <a:pt x="14469" y="5716"/>
                  <a:pt x="14469" y="5716"/>
                  <a:pt x="14469" y="162"/>
                </a:cubicBezTo>
                <a:cubicBezTo>
                  <a:pt x="14469" y="103"/>
                  <a:pt x="14493" y="67"/>
                  <a:pt x="14527" y="44"/>
                </a:cubicBezTo>
                <a:cubicBezTo>
                  <a:pt x="14568" y="16"/>
                  <a:pt x="14620" y="0"/>
                  <a:pt x="14706" y="0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6799" tIns="46799" rIns="46799" bIns="46799"/>
          <a:lstStyle/>
          <a:p>
            <a:pPr>
              <a:defRPr>
                <a:latin typeface="Verdana"/>
                <a:ea typeface="Verdana"/>
                <a:cs typeface="Verdana"/>
                <a:sym typeface="Verdana"/>
              </a:defRPr>
            </a:pPr>
          </a:p>
        </p:txBody>
      </p:sp>
      <p:sp>
        <p:nvSpPr>
          <p:cNvPr id="216" name="Bottom bar"/>
          <p:cNvSpPr/>
          <p:nvPr/>
        </p:nvSpPr>
        <p:spPr>
          <a:xfrm>
            <a:off x="0" y="6541199"/>
            <a:ext cx="12193200" cy="31680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6799" tIns="46799" rIns="46799" bIns="46799" anchor="ctr"/>
          <a:lstStyle/>
          <a:p>
            <a:pPr algn="ctr">
              <a:spcBef>
                <a:spcPts val="400"/>
              </a:spcBef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7" name="UserProfile.Offices.Workarea_{{DocumentLanguage}}text"/>
          <p:cNvSpPr txBox="1"/>
          <p:nvPr/>
        </p:nvSpPr>
        <p:spPr>
          <a:xfrm>
            <a:off x="1774725" y="6636099"/>
            <a:ext cx="339707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spcBef>
                <a:spcPts val="0"/>
              </a:spcBef>
              <a:defRPr b="1" sz="700">
                <a:solidFill>
                  <a:srgbClr val="FFFFFF"/>
                </a:solidFill>
              </a:defRPr>
            </a:lvl1pPr>
          </a:lstStyle>
          <a:p>
            <a:pPr/>
            <a:r>
              <a:t>DTU Fysik</a:t>
            </a:r>
          </a:p>
        </p:txBody>
      </p:sp>
      <p:sp>
        <p:nvSpPr>
          <p:cNvPr id="218" name="Form.Datedate"/>
          <p:cNvSpPr txBox="1"/>
          <p:nvPr/>
        </p:nvSpPr>
        <p:spPr>
          <a:xfrm>
            <a:off x="251362" y="6636099"/>
            <a:ext cx="110401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spcBef>
                <a:spcPts val="400"/>
              </a:spcBef>
              <a:defRPr b="1" sz="700">
                <a:solidFill>
                  <a:srgbClr val="FFFFFF"/>
                </a:solidFill>
              </a:defRPr>
            </a:lvl1pPr>
          </a:lstStyle>
          <a:p>
            <a:pPr/>
            <a:r>
              <a:t>6. marts 2021</a:t>
            </a:r>
          </a:p>
        </p:txBody>
      </p:sp>
      <p:sp>
        <p:nvSpPr>
          <p:cNvPr id="219" name="Top bar"/>
          <p:cNvSpPr/>
          <p:nvPr/>
        </p:nvSpPr>
        <p:spPr>
          <a:xfrm>
            <a:off x="0" y="-1"/>
            <a:ext cx="12193200" cy="50402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6799" tIns="46799" rIns="46799" bIns="46799" anchor="ctr"/>
          <a:lstStyle/>
          <a:p>
            <a:pPr algn="ctr">
              <a:spcBef>
                <a:spcPts val="400"/>
              </a:spcBef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0" name="Background"/>
          <p:cNvSpPr/>
          <p:nvPr/>
        </p:nvSpPr>
        <p:spPr>
          <a:xfrm>
            <a:off x="-6950" y="-37750"/>
            <a:ext cx="12193200" cy="68616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6799" tIns="46799" rIns="46799" bIns="46799"/>
          <a:lstStyle/>
          <a:p>
            <a:pPr/>
          </a:p>
        </p:txBody>
      </p:sp>
      <p:sp>
        <p:nvSpPr>
          <p:cNvPr id="221" name="Logo color"/>
          <p:cNvSpPr/>
          <p:nvPr/>
        </p:nvSpPr>
        <p:spPr>
          <a:xfrm>
            <a:off x="4870539" y="1651373"/>
            <a:ext cx="2388324" cy="348335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4597" y="18293"/>
                </a:moveTo>
                <a:cubicBezTo>
                  <a:pt x="10549" y="19881"/>
                  <a:pt x="11051" y="19881"/>
                  <a:pt x="17003" y="18293"/>
                </a:cubicBezTo>
                <a:cubicBezTo>
                  <a:pt x="17003" y="18293"/>
                  <a:pt x="17003" y="18293"/>
                  <a:pt x="21600" y="19949"/>
                </a:cubicBezTo>
                <a:cubicBezTo>
                  <a:pt x="21600" y="19949"/>
                  <a:pt x="21600" y="19949"/>
                  <a:pt x="17003" y="21600"/>
                </a:cubicBezTo>
                <a:cubicBezTo>
                  <a:pt x="11051" y="20016"/>
                  <a:pt x="10549" y="20016"/>
                  <a:pt x="4597" y="21600"/>
                </a:cubicBezTo>
                <a:cubicBezTo>
                  <a:pt x="4597" y="21600"/>
                  <a:pt x="4597" y="21600"/>
                  <a:pt x="0" y="19949"/>
                </a:cubicBezTo>
                <a:cubicBezTo>
                  <a:pt x="0" y="19949"/>
                  <a:pt x="0" y="19949"/>
                  <a:pt x="4597" y="18293"/>
                </a:cubicBezTo>
                <a:close/>
                <a:moveTo>
                  <a:pt x="4597" y="14200"/>
                </a:moveTo>
                <a:cubicBezTo>
                  <a:pt x="10549" y="15790"/>
                  <a:pt x="11051" y="15790"/>
                  <a:pt x="17003" y="14200"/>
                </a:cubicBezTo>
                <a:cubicBezTo>
                  <a:pt x="17003" y="14200"/>
                  <a:pt x="17003" y="14200"/>
                  <a:pt x="21600" y="15858"/>
                </a:cubicBezTo>
                <a:cubicBezTo>
                  <a:pt x="21600" y="15858"/>
                  <a:pt x="21600" y="15858"/>
                  <a:pt x="17003" y="17512"/>
                </a:cubicBezTo>
                <a:cubicBezTo>
                  <a:pt x="11051" y="15925"/>
                  <a:pt x="10549" y="15925"/>
                  <a:pt x="4597" y="17512"/>
                </a:cubicBezTo>
                <a:cubicBezTo>
                  <a:pt x="4597" y="17512"/>
                  <a:pt x="4597" y="17512"/>
                  <a:pt x="0" y="15858"/>
                </a:cubicBezTo>
                <a:cubicBezTo>
                  <a:pt x="0" y="15858"/>
                  <a:pt x="0" y="15858"/>
                  <a:pt x="4597" y="14200"/>
                </a:cubicBezTo>
                <a:close/>
                <a:moveTo>
                  <a:pt x="4597" y="10111"/>
                </a:moveTo>
                <a:cubicBezTo>
                  <a:pt x="10549" y="11702"/>
                  <a:pt x="11051" y="11702"/>
                  <a:pt x="17003" y="10111"/>
                </a:cubicBezTo>
                <a:cubicBezTo>
                  <a:pt x="17003" y="10111"/>
                  <a:pt x="17003" y="10111"/>
                  <a:pt x="21600" y="11769"/>
                </a:cubicBezTo>
                <a:cubicBezTo>
                  <a:pt x="21600" y="11769"/>
                  <a:pt x="21600" y="11769"/>
                  <a:pt x="17003" y="13423"/>
                </a:cubicBezTo>
                <a:cubicBezTo>
                  <a:pt x="11051" y="11837"/>
                  <a:pt x="10549" y="11837"/>
                  <a:pt x="4597" y="13423"/>
                </a:cubicBezTo>
                <a:cubicBezTo>
                  <a:pt x="4597" y="13423"/>
                  <a:pt x="4597" y="13423"/>
                  <a:pt x="0" y="11769"/>
                </a:cubicBezTo>
                <a:cubicBezTo>
                  <a:pt x="0" y="11769"/>
                  <a:pt x="0" y="11769"/>
                  <a:pt x="4597" y="10111"/>
                </a:cubicBezTo>
                <a:close/>
                <a:moveTo>
                  <a:pt x="2971" y="918"/>
                </a:moveTo>
                <a:lnTo>
                  <a:pt x="2971" y="6926"/>
                </a:lnTo>
                <a:cubicBezTo>
                  <a:pt x="2971" y="6926"/>
                  <a:pt x="2971" y="6926"/>
                  <a:pt x="3980" y="6926"/>
                </a:cubicBezTo>
                <a:cubicBezTo>
                  <a:pt x="4430" y="6926"/>
                  <a:pt x="4695" y="6878"/>
                  <a:pt x="4903" y="6708"/>
                </a:cubicBezTo>
                <a:cubicBezTo>
                  <a:pt x="5220" y="6447"/>
                  <a:pt x="5249" y="5917"/>
                  <a:pt x="5249" y="4849"/>
                </a:cubicBezTo>
                <a:cubicBezTo>
                  <a:pt x="5249" y="4849"/>
                  <a:pt x="5249" y="4849"/>
                  <a:pt x="5249" y="2990"/>
                </a:cubicBezTo>
                <a:cubicBezTo>
                  <a:pt x="5249" y="1926"/>
                  <a:pt x="5220" y="1396"/>
                  <a:pt x="4903" y="1135"/>
                </a:cubicBezTo>
                <a:cubicBezTo>
                  <a:pt x="4695" y="965"/>
                  <a:pt x="4430" y="918"/>
                  <a:pt x="3980" y="918"/>
                </a:cubicBezTo>
                <a:cubicBezTo>
                  <a:pt x="3980" y="918"/>
                  <a:pt x="3980" y="918"/>
                  <a:pt x="2971" y="918"/>
                </a:cubicBezTo>
                <a:close/>
                <a:moveTo>
                  <a:pt x="8068" y="0"/>
                </a:moveTo>
                <a:cubicBezTo>
                  <a:pt x="8068" y="0"/>
                  <a:pt x="8068" y="0"/>
                  <a:pt x="13456" y="0"/>
                </a:cubicBezTo>
                <a:cubicBezTo>
                  <a:pt x="13542" y="0"/>
                  <a:pt x="13594" y="16"/>
                  <a:pt x="13635" y="44"/>
                </a:cubicBezTo>
                <a:cubicBezTo>
                  <a:pt x="13669" y="67"/>
                  <a:pt x="13698" y="103"/>
                  <a:pt x="13698" y="162"/>
                </a:cubicBezTo>
                <a:cubicBezTo>
                  <a:pt x="13698" y="162"/>
                  <a:pt x="13698" y="162"/>
                  <a:pt x="13698" y="827"/>
                </a:cubicBezTo>
                <a:cubicBezTo>
                  <a:pt x="13698" y="886"/>
                  <a:pt x="13669" y="922"/>
                  <a:pt x="13635" y="945"/>
                </a:cubicBezTo>
                <a:cubicBezTo>
                  <a:pt x="13594" y="973"/>
                  <a:pt x="13542" y="989"/>
                  <a:pt x="13456" y="989"/>
                </a:cubicBezTo>
                <a:cubicBezTo>
                  <a:pt x="13456" y="989"/>
                  <a:pt x="13456" y="989"/>
                  <a:pt x="11731" y="989"/>
                </a:cubicBezTo>
                <a:cubicBezTo>
                  <a:pt x="11731" y="989"/>
                  <a:pt x="11731" y="989"/>
                  <a:pt x="11731" y="7681"/>
                </a:cubicBezTo>
                <a:cubicBezTo>
                  <a:pt x="11731" y="7740"/>
                  <a:pt x="11708" y="7776"/>
                  <a:pt x="11667" y="7800"/>
                </a:cubicBezTo>
                <a:cubicBezTo>
                  <a:pt x="11633" y="7827"/>
                  <a:pt x="11581" y="7843"/>
                  <a:pt x="11494" y="7843"/>
                </a:cubicBezTo>
                <a:cubicBezTo>
                  <a:pt x="11494" y="7843"/>
                  <a:pt x="11494" y="7843"/>
                  <a:pt x="10029" y="7843"/>
                </a:cubicBezTo>
                <a:cubicBezTo>
                  <a:pt x="9943" y="7843"/>
                  <a:pt x="9891" y="7827"/>
                  <a:pt x="9850" y="7800"/>
                </a:cubicBezTo>
                <a:cubicBezTo>
                  <a:pt x="9810" y="7776"/>
                  <a:pt x="9787" y="7740"/>
                  <a:pt x="9787" y="7681"/>
                </a:cubicBezTo>
                <a:cubicBezTo>
                  <a:pt x="9787" y="7681"/>
                  <a:pt x="9787" y="7681"/>
                  <a:pt x="9787" y="989"/>
                </a:cubicBezTo>
                <a:cubicBezTo>
                  <a:pt x="9787" y="989"/>
                  <a:pt x="9787" y="989"/>
                  <a:pt x="8068" y="989"/>
                </a:cubicBezTo>
                <a:cubicBezTo>
                  <a:pt x="7981" y="989"/>
                  <a:pt x="7929" y="973"/>
                  <a:pt x="7889" y="945"/>
                </a:cubicBezTo>
                <a:cubicBezTo>
                  <a:pt x="7849" y="922"/>
                  <a:pt x="7825" y="886"/>
                  <a:pt x="7825" y="827"/>
                </a:cubicBezTo>
                <a:cubicBezTo>
                  <a:pt x="7825" y="827"/>
                  <a:pt x="7825" y="827"/>
                  <a:pt x="7825" y="162"/>
                </a:cubicBezTo>
                <a:cubicBezTo>
                  <a:pt x="7825" y="103"/>
                  <a:pt x="7849" y="67"/>
                  <a:pt x="7889" y="44"/>
                </a:cubicBezTo>
                <a:cubicBezTo>
                  <a:pt x="7929" y="16"/>
                  <a:pt x="7981" y="0"/>
                  <a:pt x="8068" y="0"/>
                </a:cubicBezTo>
                <a:close/>
                <a:moveTo>
                  <a:pt x="1390" y="0"/>
                </a:moveTo>
                <a:cubicBezTo>
                  <a:pt x="1390" y="0"/>
                  <a:pt x="1390" y="0"/>
                  <a:pt x="4257" y="0"/>
                </a:cubicBezTo>
                <a:cubicBezTo>
                  <a:pt x="5370" y="0"/>
                  <a:pt x="6051" y="174"/>
                  <a:pt x="6466" y="538"/>
                </a:cubicBezTo>
                <a:cubicBezTo>
                  <a:pt x="7072" y="1036"/>
                  <a:pt x="7089" y="1843"/>
                  <a:pt x="7089" y="3077"/>
                </a:cubicBezTo>
                <a:cubicBezTo>
                  <a:pt x="7089" y="3077"/>
                  <a:pt x="7089" y="3077"/>
                  <a:pt x="7089" y="4766"/>
                </a:cubicBezTo>
                <a:cubicBezTo>
                  <a:pt x="7089" y="6000"/>
                  <a:pt x="7072" y="6807"/>
                  <a:pt x="6466" y="7305"/>
                </a:cubicBezTo>
                <a:cubicBezTo>
                  <a:pt x="6051" y="7669"/>
                  <a:pt x="5370" y="7843"/>
                  <a:pt x="4257" y="7843"/>
                </a:cubicBezTo>
                <a:cubicBezTo>
                  <a:pt x="4257" y="7843"/>
                  <a:pt x="4257" y="7843"/>
                  <a:pt x="1390" y="7843"/>
                </a:cubicBezTo>
                <a:cubicBezTo>
                  <a:pt x="1304" y="7843"/>
                  <a:pt x="1252" y="7827"/>
                  <a:pt x="1217" y="7800"/>
                </a:cubicBezTo>
                <a:cubicBezTo>
                  <a:pt x="1177" y="7776"/>
                  <a:pt x="1154" y="7740"/>
                  <a:pt x="1154" y="7681"/>
                </a:cubicBezTo>
                <a:cubicBezTo>
                  <a:pt x="1154" y="7681"/>
                  <a:pt x="1154" y="7681"/>
                  <a:pt x="1154" y="162"/>
                </a:cubicBezTo>
                <a:cubicBezTo>
                  <a:pt x="1154" y="103"/>
                  <a:pt x="1177" y="67"/>
                  <a:pt x="1217" y="44"/>
                </a:cubicBezTo>
                <a:cubicBezTo>
                  <a:pt x="1252" y="16"/>
                  <a:pt x="1304" y="0"/>
                  <a:pt x="1390" y="0"/>
                </a:cubicBezTo>
                <a:close/>
                <a:moveTo>
                  <a:pt x="14706" y="0"/>
                </a:moveTo>
                <a:cubicBezTo>
                  <a:pt x="14706" y="0"/>
                  <a:pt x="14706" y="0"/>
                  <a:pt x="16045" y="0"/>
                </a:cubicBezTo>
                <a:cubicBezTo>
                  <a:pt x="16131" y="0"/>
                  <a:pt x="16183" y="16"/>
                  <a:pt x="16224" y="44"/>
                </a:cubicBezTo>
                <a:cubicBezTo>
                  <a:pt x="16264" y="67"/>
                  <a:pt x="16287" y="103"/>
                  <a:pt x="16287" y="162"/>
                </a:cubicBezTo>
                <a:cubicBezTo>
                  <a:pt x="16287" y="162"/>
                  <a:pt x="16287" y="162"/>
                  <a:pt x="16287" y="5712"/>
                </a:cubicBezTo>
                <a:cubicBezTo>
                  <a:pt x="16287" y="6314"/>
                  <a:pt x="16368" y="6646"/>
                  <a:pt x="16627" y="6844"/>
                </a:cubicBezTo>
                <a:cubicBezTo>
                  <a:pt x="16818" y="6990"/>
                  <a:pt x="17072" y="7053"/>
                  <a:pt x="17406" y="7053"/>
                </a:cubicBezTo>
                <a:cubicBezTo>
                  <a:pt x="17776" y="7053"/>
                  <a:pt x="18041" y="6982"/>
                  <a:pt x="18226" y="6844"/>
                </a:cubicBezTo>
                <a:cubicBezTo>
                  <a:pt x="18503" y="6638"/>
                  <a:pt x="18566" y="6294"/>
                  <a:pt x="18566" y="5712"/>
                </a:cubicBezTo>
                <a:cubicBezTo>
                  <a:pt x="18566" y="5712"/>
                  <a:pt x="18566" y="5712"/>
                  <a:pt x="18566" y="162"/>
                </a:cubicBezTo>
                <a:cubicBezTo>
                  <a:pt x="18566" y="103"/>
                  <a:pt x="18589" y="67"/>
                  <a:pt x="18630" y="44"/>
                </a:cubicBezTo>
                <a:cubicBezTo>
                  <a:pt x="18664" y="16"/>
                  <a:pt x="18722" y="0"/>
                  <a:pt x="18803" y="0"/>
                </a:cubicBezTo>
                <a:cubicBezTo>
                  <a:pt x="18803" y="0"/>
                  <a:pt x="18803" y="0"/>
                  <a:pt x="20147" y="0"/>
                </a:cubicBezTo>
                <a:cubicBezTo>
                  <a:pt x="20234" y="0"/>
                  <a:pt x="20286" y="16"/>
                  <a:pt x="20320" y="44"/>
                </a:cubicBezTo>
                <a:cubicBezTo>
                  <a:pt x="20361" y="67"/>
                  <a:pt x="20384" y="103"/>
                  <a:pt x="20384" y="162"/>
                </a:cubicBezTo>
                <a:cubicBezTo>
                  <a:pt x="20384" y="162"/>
                  <a:pt x="20384" y="162"/>
                  <a:pt x="20384" y="5716"/>
                </a:cubicBezTo>
                <a:cubicBezTo>
                  <a:pt x="20384" y="6464"/>
                  <a:pt x="20257" y="6962"/>
                  <a:pt x="19732" y="7382"/>
                </a:cubicBezTo>
                <a:cubicBezTo>
                  <a:pt x="19287" y="7738"/>
                  <a:pt x="18560" y="7943"/>
                  <a:pt x="17430" y="7943"/>
                </a:cubicBezTo>
                <a:cubicBezTo>
                  <a:pt x="16316" y="7943"/>
                  <a:pt x="15583" y="7750"/>
                  <a:pt x="15093" y="7382"/>
                </a:cubicBezTo>
                <a:cubicBezTo>
                  <a:pt x="14625" y="7030"/>
                  <a:pt x="14469" y="6523"/>
                  <a:pt x="14469" y="5716"/>
                </a:cubicBezTo>
                <a:cubicBezTo>
                  <a:pt x="14469" y="5716"/>
                  <a:pt x="14469" y="5716"/>
                  <a:pt x="14469" y="162"/>
                </a:cubicBezTo>
                <a:cubicBezTo>
                  <a:pt x="14469" y="103"/>
                  <a:pt x="14493" y="67"/>
                  <a:pt x="14527" y="44"/>
                </a:cubicBezTo>
                <a:cubicBezTo>
                  <a:pt x="14568" y="16"/>
                  <a:pt x="14620" y="0"/>
                  <a:pt x="14706" y="0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6799" tIns="46799" rIns="46799" bIns="46799"/>
          <a:lstStyle/>
          <a:p>
            <a:pPr>
              <a:defRPr>
                <a:latin typeface="Verdana"/>
                <a:ea typeface="Verdana"/>
                <a:cs typeface="Verdana"/>
                <a:sym typeface="Verdana"/>
              </a:defRPr>
            </a:pPr>
          </a:p>
        </p:txBody>
      </p:sp>
      <p:sp>
        <p:nvSpPr>
          <p:cNvPr id="222" name="Slide Number"/>
          <p:cNvSpPr txBox="1"/>
          <p:nvPr>
            <p:ph type="sldNum" sz="quarter" idx="2"/>
          </p:nvPr>
        </p:nvSpPr>
        <p:spPr>
          <a:xfrm flipV="1">
            <a:off x="0" y="6849134"/>
            <a:ext cx="127000" cy="127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  <p:sp>
        <p:nvSpPr>
          <p:cNvPr id="223" name="Bottom bar"/>
          <p:cNvSpPr/>
          <p:nvPr/>
        </p:nvSpPr>
        <p:spPr>
          <a:xfrm>
            <a:off x="0" y="6541199"/>
            <a:ext cx="12193200" cy="31680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6799" tIns="46799" rIns="46799" bIns="46799" anchor="ctr"/>
          <a:lstStyle/>
          <a:p>
            <a:pPr algn="ctr">
              <a:spcBef>
                <a:spcPts val="400"/>
              </a:spcBef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4" name="Top bar"/>
          <p:cNvSpPr/>
          <p:nvPr/>
        </p:nvSpPr>
        <p:spPr>
          <a:xfrm>
            <a:off x="0" y="-1"/>
            <a:ext cx="12193200" cy="50402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6799" tIns="46799" rIns="46799" bIns="46799" anchor="ctr"/>
          <a:lstStyle/>
          <a:p>
            <a:pPr algn="ctr">
              <a:spcBef>
                <a:spcPts val="400"/>
              </a:spcBef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225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04697" y="2381250"/>
            <a:ext cx="3886201" cy="2095500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32" name="Group"/>
          <p:cNvGrpSpPr/>
          <p:nvPr/>
        </p:nvGrpSpPr>
        <p:grpSpPr>
          <a:xfrm>
            <a:off x="3041104" y="4876362"/>
            <a:ext cx="1302881" cy="1360126"/>
            <a:chOff x="0" y="0"/>
            <a:chExt cx="1302880" cy="1360125"/>
          </a:xfrm>
        </p:grpSpPr>
        <p:sp>
          <p:nvSpPr>
            <p:cNvPr id="226" name="Logo color"/>
            <p:cNvSpPr/>
            <p:nvPr/>
          </p:nvSpPr>
          <p:spPr>
            <a:xfrm>
              <a:off x="4501" y="812808"/>
              <a:ext cx="210053" cy="3063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4597" y="18293"/>
                  </a:moveTo>
                  <a:cubicBezTo>
                    <a:pt x="10549" y="19881"/>
                    <a:pt x="11051" y="19881"/>
                    <a:pt x="17003" y="18293"/>
                  </a:cubicBezTo>
                  <a:cubicBezTo>
                    <a:pt x="17003" y="18293"/>
                    <a:pt x="17003" y="18293"/>
                    <a:pt x="21600" y="19949"/>
                  </a:cubicBezTo>
                  <a:cubicBezTo>
                    <a:pt x="21600" y="19949"/>
                    <a:pt x="21600" y="19949"/>
                    <a:pt x="17003" y="21600"/>
                  </a:cubicBezTo>
                  <a:cubicBezTo>
                    <a:pt x="11051" y="20016"/>
                    <a:pt x="10549" y="20016"/>
                    <a:pt x="4597" y="21600"/>
                  </a:cubicBezTo>
                  <a:cubicBezTo>
                    <a:pt x="4597" y="21600"/>
                    <a:pt x="4597" y="21600"/>
                    <a:pt x="0" y="19949"/>
                  </a:cubicBezTo>
                  <a:cubicBezTo>
                    <a:pt x="0" y="19949"/>
                    <a:pt x="0" y="19949"/>
                    <a:pt x="4597" y="18293"/>
                  </a:cubicBezTo>
                  <a:close/>
                  <a:moveTo>
                    <a:pt x="4597" y="14200"/>
                  </a:moveTo>
                  <a:cubicBezTo>
                    <a:pt x="10549" y="15790"/>
                    <a:pt x="11051" y="15790"/>
                    <a:pt x="17003" y="14200"/>
                  </a:cubicBezTo>
                  <a:cubicBezTo>
                    <a:pt x="17003" y="14200"/>
                    <a:pt x="17003" y="14200"/>
                    <a:pt x="21600" y="15858"/>
                  </a:cubicBezTo>
                  <a:cubicBezTo>
                    <a:pt x="21600" y="15858"/>
                    <a:pt x="21600" y="15858"/>
                    <a:pt x="17003" y="17512"/>
                  </a:cubicBezTo>
                  <a:cubicBezTo>
                    <a:pt x="11051" y="15925"/>
                    <a:pt x="10549" y="15925"/>
                    <a:pt x="4597" y="17512"/>
                  </a:cubicBezTo>
                  <a:cubicBezTo>
                    <a:pt x="4597" y="17512"/>
                    <a:pt x="4597" y="17512"/>
                    <a:pt x="0" y="15858"/>
                  </a:cubicBezTo>
                  <a:cubicBezTo>
                    <a:pt x="0" y="15858"/>
                    <a:pt x="0" y="15858"/>
                    <a:pt x="4597" y="14200"/>
                  </a:cubicBezTo>
                  <a:close/>
                  <a:moveTo>
                    <a:pt x="4597" y="10111"/>
                  </a:moveTo>
                  <a:cubicBezTo>
                    <a:pt x="10549" y="11702"/>
                    <a:pt x="11051" y="11702"/>
                    <a:pt x="17003" y="10111"/>
                  </a:cubicBezTo>
                  <a:cubicBezTo>
                    <a:pt x="17003" y="10111"/>
                    <a:pt x="17003" y="10111"/>
                    <a:pt x="21600" y="11769"/>
                  </a:cubicBezTo>
                  <a:cubicBezTo>
                    <a:pt x="21600" y="11769"/>
                    <a:pt x="21600" y="11769"/>
                    <a:pt x="17003" y="13423"/>
                  </a:cubicBezTo>
                  <a:cubicBezTo>
                    <a:pt x="11051" y="11837"/>
                    <a:pt x="10549" y="11837"/>
                    <a:pt x="4597" y="13423"/>
                  </a:cubicBezTo>
                  <a:cubicBezTo>
                    <a:pt x="4597" y="13423"/>
                    <a:pt x="4597" y="13423"/>
                    <a:pt x="0" y="11769"/>
                  </a:cubicBezTo>
                  <a:cubicBezTo>
                    <a:pt x="0" y="11769"/>
                    <a:pt x="0" y="11769"/>
                    <a:pt x="4597" y="10111"/>
                  </a:cubicBezTo>
                  <a:close/>
                  <a:moveTo>
                    <a:pt x="2971" y="918"/>
                  </a:moveTo>
                  <a:lnTo>
                    <a:pt x="2971" y="6926"/>
                  </a:lnTo>
                  <a:cubicBezTo>
                    <a:pt x="2971" y="6926"/>
                    <a:pt x="2971" y="6926"/>
                    <a:pt x="3980" y="6926"/>
                  </a:cubicBezTo>
                  <a:cubicBezTo>
                    <a:pt x="4430" y="6926"/>
                    <a:pt x="4695" y="6878"/>
                    <a:pt x="4903" y="6708"/>
                  </a:cubicBezTo>
                  <a:cubicBezTo>
                    <a:pt x="5220" y="6447"/>
                    <a:pt x="5249" y="5917"/>
                    <a:pt x="5249" y="4849"/>
                  </a:cubicBezTo>
                  <a:cubicBezTo>
                    <a:pt x="5249" y="4849"/>
                    <a:pt x="5249" y="4849"/>
                    <a:pt x="5249" y="2990"/>
                  </a:cubicBezTo>
                  <a:cubicBezTo>
                    <a:pt x="5249" y="1926"/>
                    <a:pt x="5220" y="1396"/>
                    <a:pt x="4903" y="1135"/>
                  </a:cubicBezTo>
                  <a:cubicBezTo>
                    <a:pt x="4695" y="965"/>
                    <a:pt x="4430" y="918"/>
                    <a:pt x="3980" y="918"/>
                  </a:cubicBezTo>
                  <a:cubicBezTo>
                    <a:pt x="3980" y="918"/>
                    <a:pt x="3980" y="918"/>
                    <a:pt x="2971" y="918"/>
                  </a:cubicBezTo>
                  <a:close/>
                  <a:moveTo>
                    <a:pt x="8068" y="0"/>
                  </a:moveTo>
                  <a:cubicBezTo>
                    <a:pt x="8068" y="0"/>
                    <a:pt x="8068" y="0"/>
                    <a:pt x="13456" y="0"/>
                  </a:cubicBezTo>
                  <a:cubicBezTo>
                    <a:pt x="13542" y="0"/>
                    <a:pt x="13594" y="16"/>
                    <a:pt x="13635" y="44"/>
                  </a:cubicBezTo>
                  <a:cubicBezTo>
                    <a:pt x="13669" y="67"/>
                    <a:pt x="13698" y="103"/>
                    <a:pt x="13698" y="162"/>
                  </a:cubicBezTo>
                  <a:cubicBezTo>
                    <a:pt x="13698" y="162"/>
                    <a:pt x="13698" y="162"/>
                    <a:pt x="13698" y="827"/>
                  </a:cubicBezTo>
                  <a:cubicBezTo>
                    <a:pt x="13698" y="886"/>
                    <a:pt x="13669" y="922"/>
                    <a:pt x="13635" y="945"/>
                  </a:cubicBezTo>
                  <a:cubicBezTo>
                    <a:pt x="13594" y="973"/>
                    <a:pt x="13542" y="989"/>
                    <a:pt x="13456" y="989"/>
                  </a:cubicBezTo>
                  <a:cubicBezTo>
                    <a:pt x="13456" y="989"/>
                    <a:pt x="13456" y="989"/>
                    <a:pt x="11731" y="989"/>
                  </a:cubicBezTo>
                  <a:cubicBezTo>
                    <a:pt x="11731" y="989"/>
                    <a:pt x="11731" y="989"/>
                    <a:pt x="11731" y="7681"/>
                  </a:cubicBezTo>
                  <a:cubicBezTo>
                    <a:pt x="11731" y="7740"/>
                    <a:pt x="11708" y="7776"/>
                    <a:pt x="11667" y="7800"/>
                  </a:cubicBezTo>
                  <a:cubicBezTo>
                    <a:pt x="11633" y="7827"/>
                    <a:pt x="11581" y="7843"/>
                    <a:pt x="11494" y="7843"/>
                  </a:cubicBezTo>
                  <a:cubicBezTo>
                    <a:pt x="11494" y="7843"/>
                    <a:pt x="11494" y="7843"/>
                    <a:pt x="10029" y="7843"/>
                  </a:cubicBezTo>
                  <a:cubicBezTo>
                    <a:pt x="9943" y="7843"/>
                    <a:pt x="9891" y="7827"/>
                    <a:pt x="9850" y="7800"/>
                  </a:cubicBezTo>
                  <a:cubicBezTo>
                    <a:pt x="9810" y="7776"/>
                    <a:pt x="9787" y="7740"/>
                    <a:pt x="9787" y="7681"/>
                  </a:cubicBezTo>
                  <a:cubicBezTo>
                    <a:pt x="9787" y="7681"/>
                    <a:pt x="9787" y="7681"/>
                    <a:pt x="9787" y="989"/>
                  </a:cubicBezTo>
                  <a:cubicBezTo>
                    <a:pt x="9787" y="989"/>
                    <a:pt x="9787" y="989"/>
                    <a:pt x="8068" y="989"/>
                  </a:cubicBezTo>
                  <a:cubicBezTo>
                    <a:pt x="7981" y="989"/>
                    <a:pt x="7929" y="973"/>
                    <a:pt x="7889" y="945"/>
                  </a:cubicBezTo>
                  <a:cubicBezTo>
                    <a:pt x="7849" y="922"/>
                    <a:pt x="7825" y="886"/>
                    <a:pt x="7825" y="827"/>
                  </a:cubicBezTo>
                  <a:cubicBezTo>
                    <a:pt x="7825" y="827"/>
                    <a:pt x="7825" y="827"/>
                    <a:pt x="7825" y="162"/>
                  </a:cubicBezTo>
                  <a:cubicBezTo>
                    <a:pt x="7825" y="103"/>
                    <a:pt x="7849" y="67"/>
                    <a:pt x="7889" y="44"/>
                  </a:cubicBezTo>
                  <a:cubicBezTo>
                    <a:pt x="7929" y="16"/>
                    <a:pt x="7981" y="0"/>
                    <a:pt x="8068" y="0"/>
                  </a:cubicBezTo>
                  <a:close/>
                  <a:moveTo>
                    <a:pt x="1390" y="0"/>
                  </a:moveTo>
                  <a:cubicBezTo>
                    <a:pt x="1390" y="0"/>
                    <a:pt x="1390" y="0"/>
                    <a:pt x="4257" y="0"/>
                  </a:cubicBezTo>
                  <a:cubicBezTo>
                    <a:pt x="5370" y="0"/>
                    <a:pt x="6051" y="174"/>
                    <a:pt x="6466" y="538"/>
                  </a:cubicBezTo>
                  <a:cubicBezTo>
                    <a:pt x="7072" y="1036"/>
                    <a:pt x="7089" y="1843"/>
                    <a:pt x="7089" y="3077"/>
                  </a:cubicBezTo>
                  <a:cubicBezTo>
                    <a:pt x="7089" y="3077"/>
                    <a:pt x="7089" y="3077"/>
                    <a:pt x="7089" y="4766"/>
                  </a:cubicBezTo>
                  <a:cubicBezTo>
                    <a:pt x="7089" y="6000"/>
                    <a:pt x="7072" y="6807"/>
                    <a:pt x="6466" y="7305"/>
                  </a:cubicBezTo>
                  <a:cubicBezTo>
                    <a:pt x="6051" y="7669"/>
                    <a:pt x="5370" y="7843"/>
                    <a:pt x="4257" y="7843"/>
                  </a:cubicBezTo>
                  <a:cubicBezTo>
                    <a:pt x="4257" y="7843"/>
                    <a:pt x="4257" y="7843"/>
                    <a:pt x="1390" y="7843"/>
                  </a:cubicBezTo>
                  <a:cubicBezTo>
                    <a:pt x="1304" y="7843"/>
                    <a:pt x="1252" y="7827"/>
                    <a:pt x="1217" y="7800"/>
                  </a:cubicBezTo>
                  <a:cubicBezTo>
                    <a:pt x="1177" y="7776"/>
                    <a:pt x="1154" y="7740"/>
                    <a:pt x="1154" y="7681"/>
                  </a:cubicBezTo>
                  <a:cubicBezTo>
                    <a:pt x="1154" y="7681"/>
                    <a:pt x="1154" y="7681"/>
                    <a:pt x="1154" y="162"/>
                  </a:cubicBezTo>
                  <a:cubicBezTo>
                    <a:pt x="1154" y="103"/>
                    <a:pt x="1177" y="67"/>
                    <a:pt x="1217" y="44"/>
                  </a:cubicBezTo>
                  <a:cubicBezTo>
                    <a:pt x="1252" y="16"/>
                    <a:pt x="1304" y="0"/>
                    <a:pt x="1390" y="0"/>
                  </a:cubicBezTo>
                  <a:close/>
                  <a:moveTo>
                    <a:pt x="14706" y="0"/>
                  </a:moveTo>
                  <a:cubicBezTo>
                    <a:pt x="14706" y="0"/>
                    <a:pt x="14706" y="0"/>
                    <a:pt x="16045" y="0"/>
                  </a:cubicBezTo>
                  <a:cubicBezTo>
                    <a:pt x="16131" y="0"/>
                    <a:pt x="16183" y="16"/>
                    <a:pt x="16224" y="44"/>
                  </a:cubicBezTo>
                  <a:cubicBezTo>
                    <a:pt x="16264" y="67"/>
                    <a:pt x="16287" y="103"/>
                    <a:pt x="16287" y="162"/>
                  </a:cubicBezTo>
                  <a:cubicBezTo>
                    <a:pt x="16287" y="162"/>
                    <a:pt x="16287" y="162"/>
                    <a:pt x="16287" y="5712"/>
                  </a:cubicBezTo>
                  <a:cubicBezTo>
                    <a:pt x="16287" y="6314"/>
                    <a:pt x="16368" y="6646"/>
                    <a:pt x="16627" y="6844"/>
                  </a:cubicBezTo>
                  <a:cubicBezTo>
                    <a:pt x="16818" y="6990"/>
                    <a:pt x="17072" y="7053"/>
                    <a:pt x="17406" y="7053"/>
                  </a:cubicBezTo>
                  <a:cubicBezTo>
                    <a:pt x="17776" y="7053"/>
                    <a:pt x="18041" y="6982"/>
                    <a:pt x="18226" y="6844"/>
                  </a:cubicBezTo>
                  <a:cubicBezTo>
                    <a:pt x="18503" y="6638"/>
                    <a:pt x="18566" y="6294"/>
                    <a:pt x="18566" y="5712"/>
                  </a:cubicBezTo>
                  <a:cubicBezTo>
                    <a:pt x="18566" y="5712"/>
                    <a:pt x="18566" y="5712"/>
                    <a:pt x="18566" y="162"/>
                  </a:cubicBezTo>
                  <a:cubicBezTo>
                    <a:pt x="18566" y="103"/>
                    <a:pt x="18589" y="67"/>
                    <a:pt x="18630" y="44"/>
                  </a:cubicBezTo>
                  <a:cubicBezTo>
                    <a:pt x="18664" y="16"/>
                    <a:pt x="18722" y="0"/>
                    <a:pt x="18803" y="0"/>
                  </a:cubicBezTo>
                  <a:cubicBezTo>
                    <a:pt x="18803" y="0"/>
                    <a:pt x="18803" y="0"/>
                    <a:pt x="20147" y="0"/>
                  </a:cubicBezTo>
                  <a:cubicBezTo>
                    <a:pt x="20234" y="0"/>
                    <a:pt x="20286" y="16"/>
                    <a:pt x="20320" y="44"/>
                  </a:cubicBezTo>
                  <a:cubicBezTo>
                    <a:pt x="20361" y="67"/>
                    <a:pt x="20384" y="103"/>
                    <a:pt x="20384" y="162"/>
                  </a:cubicBezTo>
                  <a:cubicBezTo>
                    <a:pt x="20384" y="162"/>
                    <a:pt x="20384" y="162"/>
                    <a:pt x="20384" y="5716"/>
                  </a:cubicBezTo>
                  <a:cubicBezTo>
                    <a:pt x="20384" y="6464"/>
                    <a:pt x="20257" y="6962"/>
                    <a:pt x="19732" y="7382"/>
                  </a:cubicBezTo>
                  <a:cubicBezTo>
                    <a:pt x="19287" y="7738"/>
                    <a:pt x="18560" y="7943"/>
                    <a:pt x="17430" y="7943"/>
                  </a:cubicBezTo>
                  <a:cubicBezTo>
                    <a:pt x="16316" y="7943"/>
                    <a:pt x="15583" y="7750"/>
                    <a:pt x="15093" y="7382"/>
                  </a:cubicBezTo>
                  <a:cubicBezTo>
                    <a:pt x="14625" y="7030"/>
                    <a:pt x="14469" y="6523"/>
                    <a:pt x="14469" y="5716"/>
                  </a:cubicBezTo>
                  <a:cubicBezTo>
                    <a:pt x="14469" y="5716"/>
                    <a:pt x="14469" y="5716"/>
                    <a:pt x="14469" y="162"/>
                  </a:cubicBezTo>
                  <a:cubicBezTo>
                    <a:pt x="14469" y="103"/>
                    <a:pt x="14493" y="67"/>
                    <a:pt x="14527" y="44"/>
                  </a:cubicBezTo>
                  <a:cubicBezTo>
                    <a:pt x="14568" y="16"/>
                    <a:pt x="14620" y="0"/>
                    <a:pt x="14706" y="0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6799" tIns="46799" rIns="46799" bIns="46799" numCol="1" anchor="t">
              <a:noAutofit/>
            </a:bodyPr>
            <a:lstStyle/>
            <a:p>
              <a:pPr>
                <a:defRPr>
                  <a:latin typeface="Verdana"/>
                  <a:ea typeface="Verdana"/>
                  <a:cs typeface="Verdana"/>
                  <a:sym typeface="Verdana"/>
                </a:defRPr>
              </a:pPr>
            </a:p>
          </p:txBody>
        </p:sp>
        <p:pic>
          <p:nvPicPr>
            <p:cNvPr id="227" name="logoill.pdf" descr="logoill.pdf"/>
            <p:cNvPicPr>
              <a:picLocks noChangeAspect="0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873564" y="825033"/>
              <a:ext cx="294923" cy="28191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28" name="mcstas-logo.pdf" descr="mcstas-logo.pdf"/>
            <p:cNvPicPr>
              <a:picLocks noChangeAspect="0"/>
            </p:cNvPicPr>
            <p:nvPr/>
          </p:nvPicPr>
          <p:blipFill>
            <a:blip r:embed="rId4">
              <a:extLst/>
            </a:blip>
            <a:srcRect l="0" t="0" r="0" b="0"/>
            <a:stretch>
              <a:fillRect/>
            </a:stretch>
          </p:blipFill>
          <p:spPr>
            <a:xfrm>
              <a:off x="0" y="0"/>
              <a:ext cx="1302881" cy="76557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29" name="PSI-Logo_trans.png" descr="PSI-Logo_trans.png"/>
            <p:cNvPicPr>
              <a:picLocks noChangeAspect="0"/>
            </p:cNvPicPr>
            <p:nvPr/>
          </p:nvPicPr>
          <p:blipFill>
            <a:blip r:embed="rId5">
              <a:extLst/>
            </a:blip>
            <a:stretch>
              <a:fillRect/>
            </a:stretch>
          </p:blipFill>
          <p:spPr>
            <a:xfrm>
              <a:off x="485313" y="899696"/>
              <a:ext cx="367097" cy="13439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30" name="ku-logo.pdf" descr="ku-logo.pdf"/>
            <p:cNvPicPr>
              <a:picLocks noChangeAspect="0"/>
            </p:cNvPicPr>
            <p:nvPr/>
          </p:nvPicPr>
          <p:blipFill>
            <a:blip r:embed="rId6">
              <a:extLst/>
            </a:blip>
            <a:stretch>
              <a:fillRect/>
            </a:stretch>
          </p:blipFill>
          <p:spPr>
            <a:xfrm>
              <a:off x="235190" y="810100"/>
              <a:ext cx="230453" cy="31311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31" name="ESS_Logo_Frugal_Blue_cmyk.png" descr="ESS_Logo_Frugal_Blue_cmyk.png"/>
            <p:cNvPicPr>
              <a:picLocks noChangeAspect="0"/>
            </p:cNvPicPr>
            <p:nvPr/>
          </p:nvPicPr>
          <p:blipFill>
            <a:blip r:embed="rId7">
              <a:extLst/>
            </a:blip>
            <a:stretch>
              <a:fillRect/>
            </a:stretch>
          </p:blipFill>
          <p:spPr>
            <a:xfrm>
              <a:off x="385812" y="1090335"/>
              <a:ext cx="501390" cy="26979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pic>
        <p:nvPicPr>
          <p:cNvPr id="233" name="Image" descr="Image"/>
          <p:cNvPicPr>
            <a:picLocks noChangeAspect="1"/>
          </p:cNvPicPr>
          <p:nvPr/>
        </p:nvPicPr>
        <p:blipFill>
          <a:blip r:embed="rId8">
            <a:extLst/>
          </a:blip>
          <a:srcRect l="0" t="22257" r="0" b="16155"/>
          <a:stretch>
            <a:fillRect/>
          </a:stretch>
        </p:blipFill>
        <p:spPr>
          <a:xfrm>
            <a:off x="8273504" y="423664"/>
            <a:ext cx="2633470" cy="6010750"/>
          </a:xfrm>
          <a:prstGeom prst="rect">
            <a:avLst/>
          </a:prstGeom>
          <a:ln w="12700">
            <a:miter lim="400000"/>
          </a:ln>
        </p:spPr>
      </p:pic>
      <p:sp>
        <p:nvSpPr>
          <p:cNvPr id="234" name="Rectangle"/>
          <p:cNvSpPr/>
          <p:nvPr/>
        </p:nvSpPr>
        <p:spPr>
          <a:xfrm>
            <a:off x="8841323" y="661468"/>
            <a:ext cx="1498025" cy="815704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6799" tIns="46799" rIns="46799" bIns="46799" anchor="ctr"/>
          <a:lstStyle/>
          <a:p>
            <a:pPr/>
          </a:p>
        </p:txBody>
      </p:sp>
      <p:grpSp>
        <p:nvGrpSpPr>
          <p:cNvPr id="243" name="Group"/>
          <p:cNvGrpSpPr/>
          <p:nvPr/>
        </p:nvGrpSpPr>
        <p:grpSpPr>
          <a:xfrm>
            <a:off x="9015165" y="667543"/>
            <a:ext cx="1309558" cy="5677965"/>
            <a:chOff x="0" y="0"/>
            <a:chExt cx="1309557" cy="5677963"/>
          </a:xfrm>
        </p:grpSpPr>
        <p:sp>
          <p:nvSpPr>
            <p:cNvPr id="235" name="2021 Virtual ISIS McStas School"/>
            <p:cNvSpPr txBox="1"/>
            <p:nvPr/>
          </p:nvSpPr>
          <p:spPr>
            <a:xfrm>
              <a:off x="0" y="4613972"/>
              <a:ext cx="1220404" cy="106399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b">
              <a:normAutofit fontScale="100000" lnSpcReduction="0"/>
            </a:bodyPr>
            <a:lstStyle/>
            <a:p>
              <a:pPr algn="ctr" defTabSz="402336">
                <a:lnSpc>
                  <a:spcPct val="110000"/>
                </a:lnSpc>
                <a:spcBef>
                  <a:spcPts val="0"/>
                </a:spcBef>
                <a:defRPr b="1" i="1" sz="1628">
                  <a:solidFill>
                    <a:srgbClr val="FFFFFF"/>
                  </a:solidFill>
                </a:defRPr>
              </a:pPr>
              <a:r>
                <a:t>2021 Virtual ISIS</a:t>
              </a:r>
              <a:br/>
              <a:r>
                <a:t>McStas School</a:t>
              </a:r>
            </a:p>
          </p:txBody>
        </p:sp>
        <p:grpSp>
          <p:nvGrpSpPr>
            <p:cNvPr id="242" name="Group"/>
            <p:cNvGrpSpPr/>
            <p:nvPr/>
          </p:nvGrpSpPr>
          <p:grpSpPr>
            <a:xfrm>
              <a:off x="561795" y="0"/>
              <a:ext cx="747763" cy="780617"/>
              <a:chOff x="0" y="0"/>
              <a:chExt cx="747761" cy="780616"/>
            </a:xfrm>
          </p:grpSpPr>
          <p:sp>
            <p:nvSpPr>
              <p:cNvPr id="236" name="Logo color"/>
              <p:cNvSpPr/>
              <p:nvPr/>
            </p:nvSpPr>
            <p:spPr>
              <a:xfrm>
                <a:off x="2583" y="466495"/>
                <a:ext cx="120556" cy="17582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4597" y="18293"/>
                    </a:moveTo>
                    <a:cubicBezTo>
                      <a:pt x="10549" y="19881"/>
                      <a:pt x="11051" y="19881"/>
                      <a:pt x="17003" y="18293"/>
                    </a:cubicBezTo>
                    <a:cubicBezTo>
                      <a:pt x="17003" y="18293"/>
                      <a:pt x="17003" y="18293"/>
                      <a:pt x="21600" y="19949"/>
                    </a:cubicBezTo>
                    <a:cubicBezTo>
                      <a:pt x="21600" y="19949"/>
                      <a:pt x="21600" y="19949"/>
                      <a:pt x="17003" y="21600"/>
                    </a:cubicBezTo>
                    <a:cubicBezTo>
                      <a:pt x="11051" y="20016"/>
                      <a:pt x="10549" y="20016"/>
                      <a:pt x="4597" y="21600"/>
                    </a:cubicBezTo>
                    <a:cubicBezTo>
                      <a:pt x="4597" y="21600"/>
                      <a:pt x="4597" y="21600"/>
                      <a:pt x="0" y="19949"/>
                    </a:cubicBezTo>
                    <a:cubicBezTo>
                      <a:pt x="0" y="19949"/>
                      <a:pt x="0" y="19949"/>
                      <a:pt x="4597" y="18293"/>
                    </a:cubicBezTo>
                    <a:close/>
                    <a:moveTo>
                      <a:pt x="4597" y="14200"/>
                    </a:moveTo>
                    <a:cubicBezTo>
                      <a:pt x="10549" y="15790"/>
                      <a:pt x="11051" y="15790"/>
                      <a:pt x="17003" y="14200"/>
                    </a:cubicBezTo>
                    <a:cubicBezTo>
                      <a:pt x="17003" y="14200"/>
                      <a:pt x="17003" y="14200"/>
                      <a:pt x="21600" y="15858"/>
                    </a:cubicBezTo>
                    <a:cubicBezTo>
                      <a:pt x="21600" y="15858"/>
                      <a:pt x="21600" y="15858"/>
                      <a:pt x="17003" y="17512"/>
                    </a:cubicBezTo>
                    <a:cubicBezTo>
                      <a:pt x="11051" y="15925"/>
                      <a:pt x="10549" y="15925"/>
                      <a:pt x="4597" y="17512"/>
                    </a:cubicBezTo>
                    <a:cubicBezTo>
                      <a:pt x="4597" y="17512"/>
                      <a:pt x="4597" y="17512"/>
                      <a:pt x="0" y="15858"/>
                    </a:cubicBezTo>
                    <a:cubicBezTo>
                      <a:pt x="0" y="15858"/>
                      <a:pt x="0" y="15858"/>
                      <a:pt x="4597" y="14200"/>
                    </a:cubicBezTo>
                    <a:close/>
                    <a:moveTo>
                      <a:pt x="4597" y="10111"/>
                    </a:moveTo>
                    <a:cubicBezTo>
                      <a:pt x="10549" y="11702"/>
                      <a:pt x="11051" y="11702"/>
                      <a:pt x="17003" y="10111"/>
                    </a:cubicBezTo>
                    <a:cubicBezTo>
                      <a:pt x="17003" y="10111"/>
                      <a:pt x="17003" y="10111"/>
                      <a:pt x="21600" y="11769"/>
                    </a:cubicBezTo>
                    <a:cubicBezTo>
                      <a:pt x="21600" y="11769"/>
                      <a:pt x="21600" y="11769"/>
                      <a:pt x="17003" y="13423"/>
                    </a:cubicBezTo>
                    <a:cubicBezTo>
                      <a:pt x="11051" y="11837"/>
                      <a:pt x="10549" y="11837"/>
                      <a:pt x="4597" y="13423"/>
                    </a:cubicBezTo>
                    <a:cubicBezTo>
                      <a:pt x="4597" y="13423"/>
                      <a:pt x="4597" y="13423"/>
                      <a:pt x="0" y="11769"/>
                    </a:cubicBezTo>
                    <a:cubicBezTo>
                      <a:pt x="0" y="11769"/>
                      <a:pt x="0" y="11769"/>
                      <a:pt x="4597" y="10111"/>
                    </a:cubicBezTo>
                    <a:close/>
                    <a:moveTo>
                      <a:pt x="2971" y="918"/>
                    </a:moveTo>
                    <a:lnTo>
                      <a:pt x="2971" y="6926"/>
                    </a:lnTo>
                    <a:cubicBezTo>
                      <a:pt x="2971" y="6926"/>
                      <a:pt x="2971" y="6926"/>
                      <a:pt x="3980" y="6926"/>
                    </a:cubicBezTo>
                    <a:cubicBezTo>
                      <a:pt x="4430" y="6926"/>
                      <a:pt x="4695" y="6878"/>
                      <a:pt x="4903" y="6708"/>
                    </a:cubicBezTo>
                    <a:cubicBezTo>
                      <a:pt x="5220" y="6447"/>
                      <a:pt x="5249" y="5917"/>
                      <a:pt x="5249" y="4849"/>
                    </a:cubicBezTo>
                    <a:cubicBezTo>
                      <a:pt x="5249" y="4849"/>
                      <a:pt x="5249" y="4849"/>
                      <a:pt x="5249" y="2990"/>
                    </a:cubicBezTo>
                    <a:cubicBezTo>
                      <a:pt x="5249" y="1926"/>
                      <a:pt x="5220" y="1396"/>
                      <a:pt x="4903" y="1135"/>
                    </a:cubicBezTo>
                    <a:cubicBezTo>
                      <a:pt x="4695" y="965"/>
                      <a:pt x="4430" y="918"/>
                      <a:pt x="3980" y="918"/>
                    </a:cubicBezTo>
                    <a:cubicBezTo>
                      <a:pt x="3980" y="918"/>
                      <a:pt x="3980" y="918"/>
                      <a:pt x="2971" y="918"/>
                    </a:cubicBezTo>
                    <a:close/>
                    <a:moveTo>
                      <a:pt x="8068" y="0"/>
                    </a:moveTo>
                    <a:cubicBezTo>
                      <a:pt x="8068" y="0"/>
                      <a:pt x="8068" y="0"/>
                      <a:pt x="13456" y="0"/>
                    </a:cubicBezTo>
                    <a:cubicBezTo>
                      <a:pt x="13542" y="0"/>
                      <a:pt x="13594" y="16"/>
                      <a:pt x="13635" y="44"/>
                    </a:cubicBezTo>
                    <a:cubicBezTo>
                      <a:pt x="13669" y="67"/>
                      <a:pt x="13698" y="103"/>
                      <a:pt x="13698" y="162"/>
                    </a:cubicBezTo>
                    <a:cubicBezTo>
                      <a:pt x="13698" y="162"/>
                      <a:pt x="13698" y="162"/>
                      <a:pt x="13698" y="827"/>
                    </a:cubicBezTo>
                    <a:cubicBezTo>
                      <a:pt x="13698" y="886"/>
                      <a:pt x="13669" y="922"/>
                      <a:pt x="13635" y="945"/>
                    </a:cubicBezTo>
                    <a:cubicBezTo>
                      <a:pt x="13594" y="973"/>
                      <a:pt x="13542" y="989"/>
                      <a:pt x="13456" y="989"/>
                    </a:cubicBezTo>
                    <a:cubicBezTo>
                      <a:pt x="13456" y="989"/>
                      <a:pt x="13456" y="989"/>
                      <a:pt x="11731" y="989"/>
                    </a:cubicBezTo>
                    <a:cubicBezTo>
                      <a:pt x="11731" y="989"/>
                      <a:pt x="11731" y="989"/>
                      <a:pt x="11731" y="7681"/>
                    </a:cubicBezTo>
                    <a:cubicBezTo>
                      <a:pt x="11731" y="7740"/>
                      <a:pt x="11708" y="7776"/>
                      <a:pt x="11667" y="7800"/>
                    </a:cubicBezTo>
                    <a:cubicBezTo>
                      <a:pt x="11633" y="7827"/>
                      <a:pt x="11581" y="7843"/>
                      <a:pt x="11494" y="7843"/>
                    </a:cubicBezTo>
                    <a:cubicBezTo>
                      <a:pt x="11494" y="7843"/>
                      <a:pt x="11494" y="7843"/>
                      <a:pt x="10029" y="7843"/>
                    </a:cubicBezTo>
                    <a:cubicBezTo>
                      <a:pt x="9943" y="7843"/>
                      <a:pt x="9891" y="7827"/>
                      <a:pt x="9850" y="7800"/>
                    </a:cubicBezTo>
                    <a:cubicBezTo>
                      <a:pt x="9810" y="7776"/>
                      <a:pt x="9787" y="7740"/>
                      <a:pt x="9787" y="7681"/>
                    </a:cubicBezTo>
                    <a:cubicBezTo>
                      <a:pt x="9787" y="7681"/>
                      <a:pt x="9787" y="7681"/>
                      <a:pt x="9787" y="989"/>
                    </a:cubicBezTo>
                    <a:cubicBezTo>
                      <a:pt x="9787" y="989"/>
                      <a:pt x="9787" y="989"/>
                      <a:pt x="8068" y="989"/>
                    </a:cubicBezTo>
                    <a:cubicBezTo>
                      <a:pt x="7981" y="989"/>
                      <a:pt x="7929" y="973"/>
                      <a:pt x="7889" y="945"/>
                    </a:cubicBezTo>
                    <a:cubicBezTo>
                      <a:pt x="7849" y="922"/>
                      <a:pt x="7825" y="886"/>
                      <a:pt x="7825" y="827"/>
                    </a:cubicBezTo>
                    <a:cubicBezTo>
                      <a:pt x="7825" y="827"/>
                      <a:pt x="7825" y="827"/>
                      <a:pt x="7825" y="162"/>
                    </a:cubicBezTo>
                    <a:cubicBezTo>
                      <a:pt x="7825" y="103"/>
                      <a:pt x="7849" y="67"/>
                      <a:pt x="7889" y="44"/>
                    </a:cubicBezTo>
                    <a:cubicBezTo>
                      <a:pt x="7929" y="16"/>
                      <a:pt x="7981" y="0"/>
                      <a:pt x="8068" y="0"/>
                    </a:cubicBezTo>
                    <a:close/>
                    <a:moveTo>
                      <a:pt x="1390" y="0"/>
                    </a:moveTo>
                    <a:cubicBezTo>
                      <a:pt x="1390" y="0"/>
                      <a:pt x="1390" y="0"/>
                      <a:pt x="4257" y="0"/>
                    </a:cubicBezTo>
                    <a:cubicBezTo>
                      <a:pt x="5370" y="0"/>
                      <a:pt x="6051" y="174"/>
                      <a:pt x="6466" y="538"/>
                    </a:cubicBezTo>
                    <a:cubicBezTo>
                      <a:pt x="7072" y="1036"/>
                      <a:pt x="7089" y="1843"/>
                      <a:pt x="7089" y="3077"/>
                    </a:cubicBezTo>
                    <a:cubicBezTo>
                      <a:pt x="7089" y="3077"/>
                      <a:pt x="7089" y="3077"/>
                      <a:pt x="7089" y="4766"/>
                    </a:cubicBezTo>
                    <a:cubicBezTo>
                      <a:pt x="7089" y="6000"/>
                      <a:pt x="7072" y="6807"/>
                      <a:pt x="6466" y="7305"/>
                    </a:cubicBezTo>
                    <a:cubicBezTo>
                      <a:pt x="6051" y="7669"/>
                      <a:pt x="5370" y="7843"/>
                      <a:pt x="4257" y="7843"/>
                    </a:cubicBezTo>
                    <a:cubicBezTo>
                      <a:pt x="4257" y="7843"/>
                      <a:pt x="4257" y="7843"/>
                      <a:pt x="1390" y="7843"/>
                    </a:cubicBezTo>
                    <a:cubicBezTo>
                      <a:pt x="1304" y="7843"/>
                      <a:pt x="1252" y="7827"/>
                      <a:pt x="1217" y="7800"/>
                    </a:cubicBezTo>
                    <a:cubicBezTo>
                      <a:pt x="1177" y="7776"/>
                      <a:pt x="1154" y="7740"/>
                      <a:pt x="1154" y="7681"/>
                    </a:cubicBezTo>
                    <a:cubicBezTo>
                      <a:pt x="1154" y="7681"/>
                      <a:pt x="1154" y="7681"/>
                      <a:pt x="1154" y="162"/>
                    </a:cubicBezTo>
                    <a:cubicBezTo>
                      <a:pt x="1154" y="103"/>
                      <a:pt x="1177" y="67"/>
                      <a:pt x="1217" y="44"/>
                    </a:cubicBezTo>
                    <a:cubicBezTo>
                      <a:pt x="1252" y="16"/>
                      <a:pt x="1304" y="0"/>
                      <a:pt x="1390" y="0"/>
                    </a:cubicBezTo>
                    <a:close/>
                    <a:moveTo>
                      <a:pt x="14706" y="0"/>
                    </a:moveTo>
                    <a:cubicBezTo>
                      <a:pt x="14706" y="0"/>
                      <a:pt x="14706" y="0"/>
                      <a:pt x="16045" y="0"/>
                    </a:cubicBezTo>
                    <a:cubicBezTo>
                      <a:pt x="16131" y="0"/>
                      <a:pt x="16183" y="16"/>
                      <a:pt x="16224" y="44"/>
                    </a:cubicBezTo>
                    <a:cubicBezTo>
                      <a:pt x="16264" y="67"/>
                      <a:pt x="16287" y="103"/>
                      <a:pt x="16287" y="162"/>
                    </a:cubicBezTo>
                    <a:cubicBezTo>
                      <a:pt x="16287" y="162"/>
                      <a:pt x="16287" y="162"/>
                      <a:pt x="16287" y="5712"/>
                    </a:cubicBezTo>
                    <a:cubicBezTo>
                      <a:pt x="16287" y="6314"/>
                      <a:pt x="16368" y="6646"/>
                      <a:pt x="16627" y="6844"/>
                    </a:cubicBezTo>
                    <a:cubicBezTo>
                      <a:pt x="16818" y="6990"/>
                      <a:pt x="17072" y="7053"/>
                      <a:pt x="17406" y="7053"/>
                    </a:cubicBezTo>
                    <a:cubicBezTo>
                      <a:pt x="17776" y="7053"/>
                      <a:pt x="18041" y="6982"/>
                      <a:pt x="18226" y="6844"/>
                    </a:cubicBezTo>
                    <a:cubicBezTo>
                      <a:pt x="18503" y="6638"/>
                      <a:pt x="18566" y="6294"/>
                      <a:pt x="18566" y="5712"/>
                    </a:cubicBezTo>
                    <a:cubicBezTo>
                      <a:pt x="18566" y="5712"/>
                      <a:pt x="18566" y="5712"/>
                      <a:pt x="18566" y="162"/>
                    </a:cubicBezTo>
                    <a:cubicBezTo>
                      <a:pt x="18566" y="103"/>
                      <a:pt x="18589" y="67"/>
                      <a:pt x="18630" y="44"/>
                    </a:cubicBezTo>
                    <a:cubicBezTo>
                      <a:pt x="18664" y="16"/>
                      <a:pt x="18722" y="0"/>
                      <a:pt x="18803" y="0"/>
                    </a:cubicBezTo>
                    <a:cubicBezTo>
                      <a:pt x="18803" y="0"/>
                      <a:pt x="18803" y="0"/>
                      <a:pt x="20147" y="0"/>
                    </a:cubicBezTo>
                    <a:cubicBezTo>
                      <a:pt x="20234" y="0"/>
                      <a:pt x="20286" y="16"/>
                      <a:pt x="20320" y="44"/>
                    </a:cubicBezTo>
                    <a:cubicBezTo>
                      <a:pt x="20361" y="67"/>
                      <a:pt x="20384" y="103"/>
                      <a:pt x="20384" y="162"/>
                    </a:cubicBezTo>
                    <a:cubicBezTo>
                      <a:pt x="20384" y="162"/>
                      <a:pt x="20384" y="162"/>
                      <a:pt x="20384" y="5716"/>
                    </a:cubicBezTo>
                    <a:cubicBezTo>
                      <a:pt x="20384" y="6464"/>
                      <a:pt x="20257" y="6962"/>
                      <a:pt x="19732" y="7382"/>
                    </a:cubicBezTo>
                    <a:cubicBezTo>
                      <a:pt x="19287" y="7738"/>
                      <a:pt x="18560" y="7943"/>
                      <a:pt x="17430" y="7943"/>
                    </a:cubicBezTo>
                    <a:cubicBezTo>
                      <a:pt x="16316" y="7943"/>
                      <a:pt x="15583" y="7750"/>
                      <a:pt x="15093" y="7382"/>
                    </a:cubicBezTo>
                    <a:cubicBezTo>
                      <a:pt x="14625" y="7030"/>
                      <a:pt x="14469" y="6523"/>
                      <a:pt x="14469" y="5716"/>
                    </a:cubicBezTo>
                    <a:cubicBezTo>
                      <a:pt x="14469" y="5716"/>
                      <a:pt x="14469" y="5716"/>
                      <a:pt x="14469" y="162"/>
                    </a:cubicBezTo>
                    <a:cubicBezTo>
                      <a:pt x="14469" y="103"/>
                      <a:pt x="14493" y="67"/>
                      <a:pt x="14527" y="44"/>
                    </a:cubicBezTo>
                    <a:cubicBezTo>
                      <a:pt x="14568" y="16"/>
                      <a:pt x="14620" y="0"/>
                      <a:pt x="1470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6799" tIns="46799" rIns="46799" bIns="46799" numCol="1" anchor="t">
                <a:noAutofit/>
              </a:bodyPr>
              <a:lstStyle/>
              <a:p>
                <a:pPr>
                  <a:defRPr>
                    <a:latin typeface="Verdana"/>
                    <a:ea typeface="Verdana"/>
                    <a:cs typeface="Verdana"/>
                    <a:sym typeface="Verdana"/>
                  </a:defRPr>
                </a:pPr>
              </a:p>
            </p:txBody>
          </p:sp>
          <p:pic>
            <p:nvPicPr>
              <p:cNvPr id="237" name="logoill.pdf" descr="logoill.pdf"/>
              <p:cNvPicPr>
                <a:picLocks noChangeAspect="0"/>
              </p:cNvPicPr>
              <p:nvPr/>
            </p:nvPicPr>
            <p:blipFill>
              <a:blip r:embed="rId3">
                <a:extLst/>
              </a:blip>
              <a:stretch>
                <a:fillRect/>
              </a:stretch>
            </p:blipFill>
            <p:spPr>
              <a:xfrm>
                <a:off x="501364" y="473511"/>
                <a:ext cx="169266" cy="161797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238" name="mcstas-logo.pdf" descr="mcstas-logo.pdf"/>
              <p:cNvPicPr>
                <a:picLocks noChangeAspect="0"/>
              </p:cNvPicPr>
              <p:nvPr/>
            </p:nvPicPr>
            <p:blipFill>
              <a:blip r:embed="rId4">
                <a:extLst/>
              </a:blip>
              <a:srcRect l="0" t="0" r="0" b="0"/>
              <a:stretch>
                <a:fillRect/>
              </a:stretch>
            </p:blipFill>
            <p:spPr>
              <a:xfrm>
                <a:off x="0" y="0"/>
                <a:ext cx="747762" cy="439386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239" name="PSI-Logo_trans.png" descr="PSI-Logo_trans.png"/>
              <p:cNvPicPr>
                <a:picLocks noChangeAspect="0"/>
              </p:cNvPicPr>
              <p:nvPr/>
            </p:nvPicPr>
            <p:blipFill>
              <a:blip r:embed="rId5">
                <a:extLst/>
              </a:blip>
              <a:stretch>
                <a:fillRect/>
              </a:stretch>
            </p:blipFill>
            <p:spPr>
              <a:xfrm>
                <a:off x="278535" y="516362"/>
                <a:ext cx="210689" cy="77134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240" name="ku-logo.pdf" descr="ku-logo.pdf"/>
              <p:cNvPicPr>
                <a:picLocks noChangeAspect="0"/>
              </p:cNvPicPr>
              <p:nvPr/>
            </p:nvPicPr>
            <p:blipFill>
              <a:blip r:embed="rId6">
                <a:extLst/>
              </a:blip>
              <a:stretch>
                <a:fillRect/>
              </a:stretch>
            </p:blipFill>
            <p:spPr>
              <a:xfrm>
                <a:off x="134982" y="464940"/>
                <a:ext cx="132265" cy="179707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241" name="ESS_Logo_Frugal_Blue_cmyk.png" descr="ESS_Logo_Frugal_Blue_cmyk.png"/>
              <p:cNvPicPr>
                <a:picLocks noChangeAspect="0"/>
              </p:cNvPicPr>
              <p:nvPr/>
            </p:nvPicPr>
            <p:blipFill>
              <a:blip r:embed="rId7">
                <a:extLst/>
              </a:blip>
              <a:stretch>
                <a:fillRect/>
              </a:stretch>
            </p:blipFill>
            <p:spPr>
              <a:xfrm>
                <a:off x="221429" y="625775"/>
                <a:ext cx="287763" cy="154842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</p:grpSp>
      </p:grpSp>
      <p:pic>
        <p:nvPicPr>
          <p:cNvPr id="244" name="Image" descr="Image"/>
          <p:cNvPicPr>
            <a:picLocks noChangeAspect="1"/>
          </p:cNvPicPr>
          <p:nvPr/>
        </p:nvPicPr>
        <p:blipFill>
          <a:blip r:embed="rId9">
            <a:extLst/>
          </a:blip>
          <a:srcRect l="0" t="0" r="77004" b="0"/>
          <a:stretch>
            <a:fillRect/>
          </a:stretch>
        </p:blipFill>
        <p:spPr>
          <a:xfrm>
            <a:off x="8859663" y="694923"/>
            <a:ext cx="636353" cy="630392"/>
          </a:xfrm>
          <a:prstGeom prst="rect">
            <a:avLst/>
          </a:prstGeom>
          <a:ln w="12700">
            <a:miter lim="400000"/>
          </a:ln>
        </p:spPr>
      </p:pic>
      <p:sp>
        <p:nvSpPr>
          <p:cNvPr id="245" name="UserProfile.Offices.Workarea_{{DocumentLanguage}}text"/>
          <p:cNvSpPr txBox="1"/>
          <p:nvPr/>
        </p:nvSpPr>
        <p:spPr>
          <a:xfrm>
            <a:off x="1774725" y="6636099"/>
            <a:ext cx="339707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spcBef>
                <a:spcPts val="0"/>
              </a:spcBef>
              <a:defRPr b="1" sz="700">
                <a:solidFill>
                  <a:srgbClr val="FFFFFF"/>
                </a:solidFill>
              </a:defRPr>
            </a:lvl1pPr>
          </a:lstStyle>
          <a:p>
            <a:pPr/>
            <a:r>
              <a:t>2025 ISIS McStas school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Rectangle"/>
          <p:cNvSpPr/>
          <p:nvPr/>
        </p:nvSpPr>
        <p:spPr>
          <a:xfrm>
            <a:off x="9270840" y="6282179"/>
            <a:ext cx="1336620" cy="558533"/>
          </a:xfrm>
          <a:prstGeom prst="rect">
            <a:avLst/>
          </a:prstGeom>
          <a:solidFill>
            <a:srgbClr val="FFFFFF"/>
          </a:solidFill>
          <a:ln w="12700">
            <a:solidFill>
              <a:srgbClr val="2A85D1"/>
            </a:solidFill>
          </a:ln>
          <a:effectLst>
            <a:outerShdw sx="100000" sy="100000" kx="0" ky="0" algn="b" rotWithShape="0" blurRad="25400" dist="12700" dir="5400000">
              <a:srgbClr val="000000">
                <a:alpha val="35000"/>
              </a:srgbClr>
            </a:outerShdw>
          </a:effectLst>
        </p:spPr>
        <p:txBody>
          <a:bodyPr lIns="41493" tIns="41493" rIns="41493" bIns="41493" anchor="ctr"/>
          <a:lstStyle/>
          <a:p>
            <a:pPr defTabSz="829875">
              <a:spcBef>
                <a:spcPts val="0"/>
              </a:spcBef>
              <a:defRPr i="1"/>
            </a:pPr>
          </a:p>
        </p:txBody>
      </p:sp>
      <p:sp>
        <p:nvSpPr>
          <p:cNvPr id="253" name="Line"/>
          <p:cNvSpPr/>
          <p:nvPr/>
        </p:nvSpPr>
        <p:spPr>
          <a:xfrm>
            <a:off x="1688813" y="1023622"/>
            <a:ext cx="8049795" cy="1"/>
          </a:xfrm>
          <a:prstGeom prst="line">
            <a:avLst/>
          </a:prstGeom>
          <a:ln w="38100">
            <a:solidFill>
              <a:srgbClr val="2A85D1"/>
            </a:solidFill>
            <a:tailEnd type="triangle"/>
          </a:ln>
        </p:spPr>
        <p:txBody>
          <a:bodyPr lIns="41493" tIns="41493" rIns="41493" bIns="41493"/>
          <a:lstStyle/>
          <a:p>
            <a:pPr defTabSz="829875">
              <a:spcBef>
                <a:spcPts val="0"/>
              </a:spcBef>
              <a:defRPr i="1"/>
            </a:pPr>
          </a:p>
        </p:txBody>
      </p:sp>
      <p:sp>
        <p:nvSpPr>
          <p:cNvPr id="254" name="Title Text"/>
          <p:cNvSpPr txBox="1"/>
          <p:nvPr>
            <p:ph type="title"/>
          </p:nvPr>
        </p:nvSpPr>
        <p:spPr>
          <a:xfrm>
            <a:off x="1617587" y="175450"/>
            <a:ext cx="8232759" cy="722711"/>
          </a:xfrm>
          <a:prstGeom prst="rect">
            <a:avLst/>
          </a:prstGeom>
        </p:spPr>
        <p:txBody>
          <a:bodyPr anchor="ctr">
            <a:normAutofit fontScale="100000" lnSpcReduction="0"/>
          </a:bodyPr>
          <a:lstStyle>
            <a:lvl1pPr defTabSz="829875">
              <a:lnSpc>
                <a:spcPct val="90000"/>
              </a:lnSpc>
              <a:defRPr b="0" i="1" sz="3800"/>
            </a:lvl1pPr>
          </a:lstStyle>
          <a:p>
            <a:pPr/>
            <a:r>
              <a:t>Title Text</a:t>
            </a:r>
          </a:p>
        </p:txBody>
      </p:sp>
      <p:sp>
        <p:nvSpPr>
          <p:cNvPr id="255" name="Body Level One…"/>
          <p:cNvSpPr txBox="1"/>
          <p:nvPr>
            <p:ph type="body" idx="1"/>
          </p:nvPr>
        </p:nvSpPr>
        <p:spPr>
          <a:xfrm>
            <a:off x="1667576" y="1307600"/>
            <a:ext cx="8132782" cy="5062242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 marL="200025" indent="-200025" defTabSz="829875">
              <a:lnSpc>
                <a:spcPct val="90000"/>
              </a:lnSpc>
              <a:spcBef>
                <a:spcPts val="900"/>
              </a:spcBef>
              <a:buSzPct val="45000"/>
              <a:buFont typeface="Helvetica Neue"/>
              <a:buChar char="l"/>
              <a:defRPr i="1" sz="2800"/>
            </a:lvl1pPr>
            <a:lvl2pPr marL="685800" indent="-228600" defTabSz="829875">
              <a:lnSpc>
                <a:spcPct val="90000"/>
              </a:lnSpc>
              <a:spcBef>
                <a:spcPts val="900"/>
              </a:spcBef>
              <a:buSzPct val="75000"/>
              <a:buFont typeface="Helvetica Neue"/>
              <a:buChar char="-"/>
              <a:defRPr i="1" sz="2800"/>
            </a:lvl2pPr>
            <a:lvl3pPr marL="1181100" indent="-266700" defTabSz="829875">
              <a:lnSpc>
                <a:spcPct val="90000"/>
              </a:lnSpc>
              <a:spcBef>
                <a:spcPts val="900"/>
              </a:spcBef>
              <a:buSzPct val="45000"/>
              <a:buFont typeface="Helvetica Neue"/>
              <a:buChar char="l"/>
              <a:defRPr i="1" sz="2800"/>
            </a:lvl3pPr>
            <a:lvl4pPr marL="1691639" indent="-320039" defTabSz="829875">
              <a:lnSpc>
                <a:spcPct val="90000"/>
              </a:lnSpc>
              <a:spcBef>
                <a:spcPts val="900"/>
              </a:spcBef>
              <a:buSzPct val="75000"/>
              <a:buFont typeface="Helvetica Neue"/>
              <a:buChar char="-"/>
              <a:defRPr i="1" sz="2800"/>
            </a:lvl4pPr>
            <a:lvl5pPr marL="2148839" indent="-320039" defTabSz="829875">
              <a:lnSpc>
                <a:spcPct val="90000"/>
              </a:lnSpc>
              <a:spcBef>
                <a:spcPts val="900"/>
              </a:spcBef>
              <a:buSzPct val="45000"/>
              <a:buFont typeface="Helvetica Neue"/>
              <a:buChar char="l"/>
              <a:defRPr i="1"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pic>
        <p:nvPicPr>
          <p:cNvPr id="256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prstGeom prst="rect">
            <a:avLst/>
          </a:prstGeom>
          <a:ln w="12700">
            <a:miter lim="400000"/>
          </a:ln>
        </p:spPr>
      </p:pic>
      <p:sp>
        <p:nvSpPr>
          <p:cNvPr id="257" name="Slide Number"/>
          <p:cNvSpPr txBox="1"/>
          <p:nvPr>
            <p:ph type="sldNum" sz="quarter" idx="2"/>
          </p:nvPr>
        </p:nvSpPr>
        <p:spPr>
          <a:xfrm>
            <a:off x="1581648" y="6544836"/>
            <a:ext cx="320402" cy="303634"/>
          </a:xfrm>
          <a:prstGeom prst="rect">
            <a:avLst/>
          </a:prstGeom>
        </p:spPr>
        <p:txBody>
          <a:bodyPr lIns="40840" tIns="40840" rIns="40840" bIns="40840" anchor="t"/>
          <a:lstStyle>
            <a:lvl1pPr defTabSz="829875">
              <a:spcBef>
                <a:spcPts val="0"/>
              </a:spcBef>
              <a:defRPr b="0" i="1" sz="1600">
                <a:solidFill>
                  <a:srgbClr val="000000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  <p:grpSp>
        <p:nvGrpSpPr>
          <p:cNvPr id="260" name="Group"/>
          <p:cNvGrpSpPr/>
          <p:nvPr/>
        </p:nvGrpSpPr>
        <p:grpSpPr>
          <a:xfrm>
            <a:off x="9395812" y="6356991"/>
            <a:ext cx="1086676" cy="408908"/>
            <a:chOff x="0" y="0"/>
            <a:chExt cx="1086674" cy="408906"/>
          </a:xfrm>
        </p:grpSpPr>
        <p:pic>
          <p:nvPicPr>
            <p:cNvPr id="258" name="image5.png" descr="image5.png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0" y="0"/>
              <a:ext cx="277607" cy="40890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59" name="Image" descr="Image"/>
            <p:cNvPicPr>
              <a:picLocks noChangeAspect="1"/>
            </p:cNvPicPr>
            <p:nvPr/>
          </p:nvPicPr>
          <p:blipFill>
            <a:blip r:embed="rId4">
              <a:extLst/>
            </a:blip>
            <a:stretch>
              <a:fillRect/>
            </a:stretch>
          </p:blipFill>
          <p:spPr>
            <a:xfrm>
              <a:off x="326746" y="0"/>
              <a:ext cx="759929" cy="40890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261" name="ORNL McStas workshop, October 18th-19th 2018"/>
          <p:cNvSpPr txBox="1"/>
          <p:nvPr/>
        </p:nvSpPr>
        <p:spPr>
          <a:xfrm>
            <a:off x="1863307" y="6579844"/>
            <a:ext cx="2895828" cy="2185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1493" tIns="41493" rIns="41493" bIns="41493">
            <a:spAutoFit/>
          </a:bodyPr>
          <a:lstStyle>
            <a:lvl1pPr defTabSz="829875">
              <a:spcBef>
                <a:spcPts val="0"/>
              </a:spcBef>
              <a:defRPr i="1" sz="1000"/>
            </a:lvl1pPr>
          </a:lstStyle>
          <a:p>
            <a:pPr/>
            <a:r>
              <a:t>ORNL McStas workshop, October 18th-19th 2018</a:t>
            </a:r>
          </a:p>
        </p:txBody>
      </p:sp>
      <p:grpSp>
        <p:nvGrpSpPr>
          <p:cNvPr id="266" name="Group"/>
          <p:cNvGrpSpPr/>
          <p:nvPr/>
        </p:nvGrpSpPr>
        <p:grpSpPr>
          <a:xfrm>
            <a:off x="9580504" y="34578"/>
            <a:ext cx="1066356" cy="879922"/>
            <a:chOff x="0" y="0"/>
            <a:chExt cx="1066355" cy="879921"/>
          </a:xfrm>
        </p:grpSpPr>
        <p:grpSp>
          <p:nvGrpSpPr>
            <p:cNvPr id="264" name="Group"/>
            <p:cNvGrpSpPr/>
            <p:nvPr/>
          </p:nvGrpSpPr>
          <p:grpSpPr>
            <a:xfrm>
              <a:off x="5958" y="0"/>
              <a:ext cx="1060398" cy="610881"/>
              <a:chOff x="0" y="0"/>
              <a:chExt cx="1060396" cy="610880"/>
            </a:xfrm>
          </p:grpSpPr>
          <p:pic>
            <p:nvPicPr>
              <p:cNvPr id="262" name="Image" descr="Image"/>
              <p:cNvPicPr>
                <a:picLocks noChangeAspect="1"/>
              </p:cNvPicPr>
              <p:nvPr/>
            </p:nvPicPr>
            <p:blipFill>
              <a:blip r:embed="rId5">
                <a:extLst/>
              </a:blip>
              <a:stretch>
                <a:fillRect/>
              </a:stretch>
            </p:blipFill>
            <p:spPr>
              <a:xfrm>
                <a:off x="0" y="0"/>
                <a:ext cx="1060397" cy="288152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263" name="Image" descr="Image"/>
              <p:cNvPicPr>
                <a:picLocks noChangeAspect="1"/>
              </p:cNvPicPr>
              <p:nvPr/>
            </p:nvPicPr>
            <p:blipFill>
              <a:blip r:embed="rId6">
                <a:extLst/>
              </a:blip>
              <a:stretch>
                <a:fillRect/>
              </a:stretch>
            </p:blipFill>
            <p:spPr>
              <a:xfrm>
                <a:off x="5763" y="322729"/>
                <a:ext cx="1048871" cy="288152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</p:grpSp>
        <p:sp>
          <p:nvSpPr>
            <p:cNvPr id="265" name="October 2018"/>
            <p:cNvSpPr txBox="1"/>
            <p:nvPr/>
          </p:nvSpPr>
          <p:spPr>
            <a:xfrm>
              <a:off x="0" y="624119"/>
              <a:ext cx="1019167" cy="25580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1493" tIns="41493" rIns="41493" bIns="41493" numCol="1" anchor="t">
              <a:spAutoFit/>
            </a:bodyPr>
            <a:lstStyle>
              <a:lvl1pPr defTabSz="829875">
                <a:spcBef>
                  <a:spcPts val="0"/>
                </a:spcBef>
                <a:defRPr i="1" sz="1200"/>
              </a:lvl1pPr>
            </a:lstStyle>
            <a:p>
              <a:pPr/>
              <a:r>
                <a:t>October 2018</a:t>
              </a:r>
            </a:p>
          </p:txBody>
        </p:sp>
      </p:grpSp>
      <p:pic>
        <p:nvPicPr>
          <p:cNvPr id="267" name="Image" descr="Image"/>
          <p:cNvPicPr>
            <a:picLocks noChangeAspect="1"/>
          </p:cNvPicPr>
          <p:nvPr/>
        </p:nvPicPr>
        <p:blipFill>
          <a:blip r:embed="rId7">
            <a:extLst/>
          </a:blip>
          <a:srcRect l="39855" t="5205" r="39855" b="0"/>
          <a:stretch>
            <a:fillRect/>
          </a:stretch>
        </p:blipFill>
        <p:spPr>
          <a:xfrm>
            <a:off x="9141915" y="1240311"/>
            <a:ext cx="1517937" cy="472332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Default - Title and Content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Body Level One…"/>
          <p:cNvSpPr txBox="1"/>
          <p:nvPr>
            <p:ph type="body" idx="1"/>
          </p:nvPr>
        </p:nvSpPr>
        <p:spPr>
          <a:xfrm>
            <a:off x="2373775" y="1632793"/>
            <a:ext cx="7290001" cy="5257354"/>
          </a:xfrm>
          <a:prstGeom prst="rect">
            <a:avLst/>
          </a:prstGeom>
          <a:ln w="3175">
            <a:round/>
          </a:ln>
        </p:spPr>
        <p:txBody>
          <a:bodyPr/>
          <a:lstStyle>
            <a:lvl1pPr marL="90487" indent="-90487" defTabSz="910828">
              <a:spcBef>
                <a:spcPts val="300"/>
              </a:spcBef>
              <a:buClr>
                <a:srgbClr val="AD4642"/>
              </a:buClr>
              <a:defRPr i="1" sz="1400">
                <a:uFill>
                  <a:solidFill>
                    <a:srgbClr val="000000"/>
                  </a:solidFill>
                </a:uFill>
                <a:latin typeface="Verdana"/>
                <a:ea typeface="Verdana"/>
                <a:cs typeface="Verdana"/>
                <a:sym typeface="Verdana"/>
              </a:defRPr>
            </a:lvl1pPr>
            <a:lvl2pPr marL="271462" indent="-90487" defTabSz="910828">
              <a:spcBef>
                <a:spcPts val="300"/>
              </a:spcBef>
              <a:buClr>
                <a:srgbClr val="AD4642"/>
              </a:buClr>
              <a:buChar char="•"/>
              <a:defRPr i="1" sz="1400">
                <a:uFill>
                  <a:solidFill>
                    <a:srgbClr val="000000"/>
                  </a:solidFill>
                </a:uFill>
                <a:latin typeface="Verdana"/>
                <a:ea typeface="Verdana"/>
                <a:cs typeface="Verdana"/>
                <a:sym typeface="Verdana"/>
              </a:defRPr>
            </a:lvl2pPr>
            <a:lvl3pPr marL="452437" indent="-90487" defTabSz="910828">
              <a:spcBef>
                <a:spcPts val="300"/>
              </a:spcBef>
              <a:buClr>
                <a:srgbClr val="AD4642"/>
              </a:buClr>
              <a:defRPr i="1" sz="1400">
                <a:uFill>
                  <a:solidFill>
                    <a:srgbClr val="000000"/>
                  </a:solidFill>
                </a:uFill>
                <a:latin typeface="Verdana"/>
                <a:ea typeface="Verdana"/>
                <a:cs typeface="Verdana"/>
                <a:sym typeface="Verdana"/>
              </a:defRPr>
            </a:lvl3pPr>
            <a:lvl4pPr marL="628650" indent="-85725" defTabSz="910828">
              <a:spcBef>
                <a:spcPts val="300"/>
              </a:spcBef>
              <a:buClr>
                <a:srgbClr val="AD4642"/>
              </a:buClr>
              <a:buChar char="•"/>
              <a:defRPr i="1" sz="1400">
                <a:uFill>
                  <a:solidFill>
                    <a:srgbClr val="000000"/>
                  </a:solidFill>
                </a:uFill>
                <a:latin typeface="Verdana"/>
                <a:ea typeface="Verdana"/>
                <a:cs typeface="Verdana"/>
                <a:sym typeface="Verdana"/>
              </a:defRPr>
            </a:lvl4pPr>
            <a:lvl5pPr marL="804862" indent="-90487" defTabSz="910828">
              <a:spcBef>
                <a:spcPts val="300"/>
              </a:spcBef>
              <a:buClr>
                <a:srgbClr val="AD4642"/>
              </a:buClr>
              <a:buChar char="•"/>
              <a:defRPr i="1" sz="1400">
                <a:uFill>
                  <a:solidFill>
                    <a:srgbClr val="000000"/>
                  </a:solidFill>
                </a:uFill>
                <a:latin typeface="Verdana"/>
                <a:ea typeface="Verdana"/>
                <a:cs typeface="Verdana"/>
                <a:sym typeface="Verdana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75" name="Title Text"/>
          <p:cNvSpPr txBox="1"/>
          <p:nvPr>
            <p:ph type="title"/>
          </p:nvPr>
        </p:nvSpPr>
        <p:spPr>
          <a:xfrm>
            <a:off x="2373775" y="-1"/>
            <a:ext cx="7290001" cy="1449002"/>
          </a:xfrm>
          <a:prstGeom prst="rect">
            <a:avLst/>
          </a:prstGeom>
          <a:ln w="3175">
            <a:round/>
          </a:ln>
        </p:spPr>
        <p:txBody>
          <a:bodyPr/>
          <a:lstStyle>
            <a:lvl1pPr defTabSz="910828">
              <a:defRPr i="1" sz="2000">
                <a:uFill>
                  <a:solidFill>
                    <a:srgbClr val="000000"/>
                  </a:solidFill>
                </a:uFill>
                <a:latin typeface="Verdana"/>
                <a:ea typeface="Verdana"/>
                <a:cs typeface="Verdana"/>
                <a:sym typeface="Verdana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276" name="Slide Number"/>
          <p:cNvSpPr txBox="1"/>
          <p:nvPr>
            <p:ph type="sldNum" sz="quarter" idx="2"/>
          </p:nvPr>
        </p:nvSpPr>
        <p:spPr>
          <a:xfrm>
            <a:off x="1682212" y="6661926"/>
            <a:ext cx="141883" cy="127001"/>
          </a:xfrm>
          <a:prstGeom prst="rect">
            <a:avLst/>
          </a:prstGeom>
          <a:ln w="3175">
            <a:round/>
          </a:ln>
        </p:spPr>
        <p:txBody>
          <a:bodyPr anchor="t"/>
          <a:lstStyle>
            <a:lvl1pPr defTabSz="455414">
              <a:spcBef>
                <a:spcPts val="0"/>
              </a:spcBef>
              <a:buClr>
                <a:srgbClr val="9A9A9A"/>
              </a:buClr>
              <a:defRPr b="0" i="1" sz="800">
                <a:solidFill>
                  <a:srgbClr val="9A9A9A"/>
                </a:solidFill>
                <a:uFill>
                  <a:solidFill>
                    <a:srgbClr val="9A9A9A"/>
                  </a:solidFill>
                </a:uFill>
                <a:latin typeface="Verdana"/>
                <a:ea typeface="Verdana"/>
                <a:cs typeface="Verdana"/>
                <a:sym typeface="Verdana"/>
              </a:defRPr>
            </a:lvl1pPr>
          </a:lstStyle>
          <a:p>
            <a:pPr/>
            <a:fld id="{86CB4B4D-7CA3-9044-876B-883B54F8677D}" type="slidenum"/>
          </a:p>
        </p:txBody>
      </p:sp>
      <p:grpSp>
        <p:nvGrpSpPr>
          <p:cNvPr id="284" name="Group"/>
          <p:cNvGrpSpPr/>
          <p:nvPr/>
        </p:nvGrpSpPr>
        <p:grpSpPr>
          <a:xfrm>
            <a:off x="7296794" y="6365985"/>
            <a:ext cx="3005437" cy="421929"/>
            <a:chOff x="0" y="0"/>
            <a:chExt cx="3005435" cy="421927"/>
          </a:xfrm>
        </p:grpSpPr>
        <p:pic>
          <p:nvPicPr>
            <p:cNvPr id="277" name="mcstas-logo.pdf" descr="mcstas-logo.pdf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2503140" y="63389"/>
              <a:ext cx="502296" cy="295150"/>
            </a:xfrm>
            <a:prstGeom prst="rect">
              <a:avLst/>
            </a:prstGeom>
            <a:ln w="12700" cap="flat">
              <a:noFill/>
              <a:miter lim="400000"/>
            </a:ln>
            <a:effectLst>
              <a:outerShdw sx="100000" sy="100000" kx="0" ky="0" algn="b" rotWithShape="0" blurRad="25400" dist="12700" dir="5400000">
                <a:srgbClr val="000000">
                  <a:alpha val="45000"/>
                </a:srgbClr>
              </a:outerShdw>
            </a:effectLst>
          </p:spPr>
        </p:pic>
        <p:pic>
          <p:nvPicPr>
            <p:cNvPr id="278" name="logoill.pdf" descr="logoill.pdf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2186593" y="43327"/>
              <a:ext cx="352138" cy="336604"/>
            </a:xfrm>
            <a:prstGeom prst="rect">
              <a:avLst/>
            </a:prstGeom>
            <a:ln w="12700" cap="flat">
              <a:noFill/>
              <a:miter lim="400000"/>
            </a:ln>
            <a:effectLst>
              <a:outerShdw sx="100000" sy="100000" kx="0" ky="0" algn="b" rotWithShape="0" blurRad="25400" dist="12700" dir="5400000">
                <a:srgbClr val="000000">
                  <a:alpha val="45000"/>
                </a:srgbClr>
              </a:outerShdw>
            </a:effectLst>
          </p:spPr>
        </p:pic>
        <p:pic>
          <p:nvPicPr>
            <p:cNvPr id="279" name="PSI-Logo_trans.png" descr="PSI-Logo_trans.png"/>
            <p:cNvPicPr>
              <a:picLocks noChangeAspect="1"/>
            </p:cNvPicPr>
            <p:nvPr/>
          </p:nvPicPr>
          <p:blipFill>
            <a:blip r:embed="rId4">
              <a:extLst/>
            </a:blip>
            <a:stretch>
              <a:fillRect/>
            </a:stretch>
          </p:blipFill>
          <p:spPr>
            <a:xfrm>
              <a:off x="1723783" y="130523"/>
              <a:ext cx="439708" cy="160979"/>
            </a:xfrm>
            <a:prstGeom prst="rect">
              <a:avLst/>
            </a:prstGeom>
            <a:ln w="12700" cap="flat">
              <a:noFill/>
              <a:miter lim="400000"/>
            </a:ln>
            <a:effectLst>
              <a:outerShdw sx="100000" sy="100000" kx="0" ky="0" algn="b" rotWithShape="0" blurRad="25400" dist="12700" dir="5400000">
                <a:srgbClr val="000000">
                  <a:alpha val="45000"/>
                </a:srgbClr>
              </a:outerShdw>
            </a:effectLst>
          </p:spPr>
        </p:pic>
        <p:pic>
          <p:nvPicPr>
            <p:cNvPr id="280" name="ku-logo.pdf" descr="ku-logo.pdf"/>
            <p:cNvPicPr>
              <a:picLocks noChangeAspect="1"/>
            </p:cNvPicPr>
            <p:nvPr/>
          </p:nvPicPr>
          <p:blipFill>
            <a:blip r:embed="rId5">
              <a:extLst/>
            </a:blip>
            <a:stretch>
              <a:fillRect/>
            </a:stretch>
          </p:blipFill>
          <p:spPr>
            <a:xfrm>
              <a:off x="1425305" y="23205"/>
              <a:ext cx="276035" cy="37504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81" name="DTU_logo.png" descr="DTU_logo.png"/>
            <p:cNvPicPr>
              <a:picLocks noChangeAspect="1"/>
            </p:cNvPicPr>
            <p:nvPr/>
          </p:nvPicPr>
          <p:blipFill>
            <a:blip r:embed="rId6">
              <a:extLst/>
            </a:blip>
            <a:stretch>
              <a:fillRect/>
            </a:stretch>
          </p:blipFill>
          <p:spPr>
            <a:xfrm>
              <a:off x="496885" y="23673"/>
              <a:ext cx="257978" cy="37458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82" name="droppedImage.png" descr="droppedImage.png"/>
            <p:cNvPicPr>
              <a:picLocks noChangeAspect="1"/>
            </p:cNvPicPr>
            <p:nvPr/>
          </p:nvPicPr>
          <p:blipFill>
            <a:blip r:embed="rId7">
              <a:extLst/>
            </a:blip>
            <a:stretch>
              <a:fillRect/>
            </a:stretch>
          </p:blipFill>
          <p:spPr>
            <a:xfrm>
              <a:off x="0" y="0"/>
              <a:ext cx="421928" cy="42192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83" name="Image" descr="Image"/>
            <p:cNvPicPr>
              <a:picLocks noChangeAspect="1"/>
            </p:cNvPicPr>
            <p:nvPr/>
          </p:nvPicPr>
          <p:blipFill>
            <a:blip r:embed="rId8">
              <a:extLst/>
            </a:blip>
            <a:stretch>
              <a:fillRect/>
            </a:stretch>
          </p:blipFill>
          <p:spPr>
            <a:xfrm>
              <a:off x="777306" y="42662"/>
              <a:ext cx="625556" cy="33660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285" name="ORNL McStas workshop, October 18th-19th 2018"/>
          <p:cNvSpPr txBox="1"/>
          <p:nvPr/>
        </p:nvSpPr>
        <p:spPr>
          <a:xfrm>
            <a:off x="1863307" y="6579844"/>
            <a:ext cx="2895828" cy="2185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1493" tIns="41493" rIns="41493" bIns="41493">
            <a:spAutoFit/>
          </a:bodyPr>
          <a:lstStyle>
            <a:lvl1pPr defTabSz="829875">
              <a:spcBef>
                <a:spcPts val="0"/>
              </a:spcBef>
              <a:defRPr i="1" sz="1000"/>
            </a:lvl1pPr>
          </a:lstStyle>
          <a:p>
            <a:pPr/>
            <a:r>
              <a:t>ORNL McStas workshop, October 18th-19th 2018</a:t>
            </a:r>
          </a:p>
        </p:txBody>
      </p:sp>
      <p:grpSp>
        <p:nvGrpSpPr>
          <p:cNvPr id="290" name="Group"/>
          <p:cNvGrpSpPr/>
          <p:nvPr/>
        </p:nvGrpSpPr>
        <p:grpSpPr>
          <a:xfrm>
            <a:off x="9580504" y="34578"/>
            <a:ext cx="1066356" cy="879922"/>
            <a:chOff x="0" y="0"/>
            <a:chExt cx="1066355" cy="879921"/>
          </a:xfrm>
        </p:grpSpPr>
        <p:grpSp>
          <p:nvGrpSpPr>
            <p:cNvPr id="288" name="Group"/>
            <p:cNvGrpSpPr/>
            <p:nvPr/>
          </p:nvGrpSpPr>
          <p:grpSpPr>
            <a:xfrm>
              <a:off x="5958" y="0"/>
              <a:ext cx="1060398" cy="610881"/>
              <a:chOff x="0" y="0"/>
              <a:chExt cx="1060396" cy="610880"/>
            </a:xfrm>
          </p:grpSpPr>
          <p:pic>
            <p:nvPicPr>
              <p:cNvPr id="286" name="Image" descr="Image"/>
              <p:cNvPicPr>
                <a:picLocks noChangeAspect="1"/>
              </p:cNvPicPr>
              <p:nvPr/>
            </p:nvPicPr>
            <p:blipFill>
              <a:blip r:embed="rId9">
                <a:extLst/>
              </a:blip>
              <a:stretch>
                <a:fillRect/>
              </a:stretch>
            </p:blipFill>
            <p:spPr>
              <a:xfrm>
                <a:off x="0" y="0"/>
                <a:ext cx="1060397" cy="288152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287" name="Image" descr="Image"/>
              <p:cNvPicPr>
                <a:picLocks noChangeAspect="1"/>
              </p:cNvPicPr>
              <p:nvPr/>
            </p:nvPicPr>
            <p:blipFill>
              <a:blip r:embed="rId10">
                <a:extLst/>
              </a:blip>
              <a:stretch>
                <a:fillRect/>
              </a:stretch>
            </p:blipFill>
            <p:spPr>
              <a:xfrm>
                <a:off x="5763" y="322729"/>
                <a:ext cx="1048871" cy="288152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</p:grpSp>
        <p:sp>
          <p:nvSpPr>
            <p:cNvPr id="289" name="October 2018"/>
            <p:cNvSpPr txBox="1"/>
            <p:nvPr/>
          </p:nvSpPr>
          <p:spPr>
            <a:xfrm>
              <a:off x="0" y="624119"/>
              <a:ext cx="1019167" cy="25580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1493" tIns="41493" rIns="41493" bIns="41493" numCol="1" anchor="t">
              <a:spAutoFit/>
            </a:bodyPr>
            <a:lstStyle>
              <a:lvl1pPr defTabSz="829875">
                <a:spcBef>
                  <a:spcPts val="0"/>
                </a:spcBef>
                <a:defRPr i="1" sz="1200"/>
              </a:lvl1pPr>
            </a:lstStyle>
            <a:p>
              <a:pPr/>
              <a:r>
                <a:t>October 2018</a:t>
              </a:r>
            </a:p>
          </p:txBody>
        </p:sp>
      </p:grpSp>
      <p:pic>
        <p:nvPicPr>
          <p:cNvPr id="291" name="Image" descr="Image"/>
          <p:cNvPicPr>
            <a:picLocks noChangeAspect="1"/>
          </p:cNvPicPr>
          <p:nvPr/>
        </p:nvPicPr>
        <p:blipFill>
          <a:blip r:embed="rId11">
            <a:extLst/>
          </a:blip>
          <a:srcRect l="39855" t="5205" r="39855" b="0"/>
          <a:stretch>
            <a:fillRect/>
          </a:stretch>
        </p:blipFill>
        <p:spPr>
          <a:xfrm>
            <a:off x="9141915" y="1240311"/>
            <a:ext cx="1517937" cy="472332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image" Target="../media/image1.tif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2.tif"/><Relationship Id="rId10" Type="http://schemas.openxmlformats.org/officeDocument/2006/relationships/slideLayout" Target="../slideLayouts/slideLayout1.xml"/><Relationship Id="rId11" Type="http://schemas.openxmlformats.org/officeDocument/2006/relationships/slideLayout" Target="../slideLayouts/slideLayout2.xml"/><Relationship Id="rId12" Type="http://schemas.openxmlformats.org/officeDocument/2006/relationships/slideLayout" Target="../slideLayouts/slideLayout3.xml"/><Relationship Id="rId13" Type="http://schemas.openxmlformats.org/officeDocument/2006/relationships/slideLayout" Target="../slideLayouts/slideLayout4.xml"/><Relationship Id="rId14" Type="http://schemas.openxmlformats.org/officeDocument/2006/relationships/slideLayout" Target="../slideLayouts/slideLayout5.xml"/><Relationship Id="rId15" Type="http://schemas.openxmlformats.org/officeDocument/2006/relationships/slideLayout" Target="../slideLayouts/slideLayout6.xml"/><Relationship Id="rId16" Type="http://schemas.openxmlformats.org/officeDocument/2006/relationships/slideLayout" Target="../slideLayouts/slideLayout7.xml"/><Relationship Id="rId17" Type="http://schemas.openxmlformats.org/officeDocument/2006/relationships/slideLayout" Target="../slideLayouts/slideLayout8.xml"/><Relationship Id="rId18" Type="http://schemas.openxmlformats.org/officeDocument/2006/relationships/slideLayout" Target="../slideLayouts/slideLayout9.xml"/><Relationship Id="rId19" Type="http://schemas.openxmlformats.org/officeDocument/2006/relationships/slideLayout" Target="../slideLayouts/slideLayout10.xml"/><Relationship Id="rId20" Type="http://schemas.openxmlformats.org/officeDocument/2006/relationships/slideLayout" Target="../slideLayouts/slideLayout1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go color"/>
          <p:cNvSpPr/>
          <p:nvPr/>
        </p:nvSpPr>
        <p:spPr>
          <a:xfrm>
            <a:off x="252000" y="252000"/>
            <a:ext cx="419612" cy="612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4597" y="18293"/>
                </a:moveTo>
                <a:cubicBezTo>
                  <a:pt x="10549" y="19881"/>
                  <a:pt x="11051" y="19881"/>
                  <a:pt x="17003" y="18293"/>
                </a:cubicBezTo>
                <a:cubicBezTo>
                  <a:pt x="17003" y="18293"/>
                  <a:pt x="17003" y="18293"/>
                  <a:pt x="21600" y="19949"/>
                </a:cubicBezTo>
                <a:cubicBezTo>
                  <a:pt x="21600" y="19949"/>
                  <a:pt x="21600" y="19949"/>
                  <a:pt x="17003" y="21600"/>
                </a:cubicBezTo>
                <a:cubicBezTo>
                  <a:pt x="11051" y="20016"/>
                  <a:pt x="10549" y="20016"/>
                  <a:pt x="4597" y="21600"/>
                </a:cubicBezTo>
                <a:cubicBezTo>
                  <a:pt x="4597" y="21600"/>
                  <a:pt x="4597" y="21600"/>
                  <a:pt x="0" y="19949"/>
                </a:cubicBezTo>
                <a:cubicBezTo>
                  <a:pt x="0" y="19949"/>
                  <a:pt x="0" y="19949"/>
                  <a:pt x="4597" y="18293"/>
                </a:cubicBezTo>
                <a:close/>
                <a:moveTo>
                  <a:pt x="4597" y="14200"/>
                </a:moveTo>
                <a:cubicBezTo>
                  <a:pt x="10549" y="15790"/>
                  <a:pt x="11051" y="15790"/>
                  <a:pt x="17003" y="14200"/>
                </a:cubicBezTo>
                <a:cubicBezTo>
                  <a:pt x="17003" y="14200"/>
                  <a:pt x="17003" y="14200"/>
                  <a:pt x="21600" y="15858"/>
                </a:cubicBezTo>
                <a:cubicBezTo>
                  <a:pt x="21600" y="15858"/>
                  <a:pt x="21600" y="15858"/>
                  <a:pt x="17003" y="17512"/>
                </a:cubicBezTo>
                <a:cubicBezTo>
                  <a:pt x="11051" y="15925"/>
                  <a:pt x="10549" y="15925"/>
                  <a:pt x="4597" y="17512"/>
                </a:cubicBezTo>
                <a:cubicBezTo>
                  <a:pt x="4597" y="17512"/>
                  <a:pt x="4597" y="17512"/>
                  <a:pt x="0" y="15858"/>
                </a:cubicBezTo>
                <a:cubicBezTo>
                  <a:pt x="0" y="15858"/>
                  <a:pt x="0" y="15858"/>
                  <a:pt x="4597" y="14200"/>
                </a:cubicBezTo>
                <a:close/>
                <a:moveTo>
                  <a:pt x="4597" y="10111"/>
                </a:moveTo>
                <a:cubicBezTo>
                  <a:pt x="10549" y="11702"/>
                  <a:pt x="11051" y="11702"/>
                  <a:pt x="17003" y="10111"/>
                </a:cubicBezTo>
                <a:cubicBezTo>
                  <a:pt x="17003" y="10111"/>
                  <a:pt x="17003" y="10111"/>
                  <a:pt x="21600" y="11769"/>
                </a:cubicBezTo>
                <a:cubicBezTo>
                  <a:pt x="21600" y="11769"/>
                  <a:pt x="21600" y="11769"/>
                  <a:pt x="17003" y="13423"/>
                </a:cubicBezTo>
                <a:cubicBezTo>
                  <a:pt x="11051" y="11837"/>
                  <a:pt x="10549" y="11837"/>
                  <a:pt x="4597" y="13423"/>
                </a:cubicBezTo>
                <a:cubicBezTo>
                  <a:pt x="4597" y="13423"/>
                  <a:pt x="4597" y="13423"/>
                  <a:pt x="0" y="11769"/>
                </a:cubicBezTo>
                <a:cubicBezTo>
                  <a:pt x="0" y="11769"/>
                  <a:pt x="0" y="11769"/>
                  <a:pt x="4597" y="10111"/>
                </a:cubicBezTo>
                <a:close/>
                <a:moveTo>
                  <a:pt x="2971" y="918"/>
                </a:moveTo>
                <a:lnTo>
                  <a:pt x="2971" y="6926"/>
                </a:lnTo>
                <a:cubicBezTo>
                  <a:pt x="2971" y="6926"/>
                  <a:pt x="2971" y="6926"/>
                  <a:pt x="3980" y="6926"/>
                </a:cubicBezTo>
                <a:cubicBezTo>
                  <a:pt x="4430" y="6926"/>
                  <a:pt x="4695" y="6878"/>
                  <a:pt x="4903" y="6708"/>
                </a:cubicBezTo>
                <a:cubicBezTo>
                  <a:pt x="5220" y="6447"/>
                  <a:pt x="5249" y="5917"/>
                  <a:pt x="5249" y="4849"/>
                </a:cubicBezTo>
                <a:cubicBezTo>
                  <a:pt x="5249" y="4849"/>
                  <a:pt x="5249" y="4849"/>
                  <a:pt x="5249" y="2990"/>
                </a:cubicBezTo>
                <a:cubicBezTo>
                  <a:pt x="5249" y="1926"/>
                  <a:pt x="5220" y="1396"/>
                  <a:pt x="4903" y="1135"/>
                </a:cubicBezTo>
                <a:cubicBezTo>
                  <a:pt x="4695" y="965"/>
                  <a:pt x="4430" y="918"/>
                  <a:pt x="3980" y="918"/>
                </a:cubicBezTo>
                <a:cubicBezTo>
                  <a:pt x="3980" y="918"/>
                  <a:pt x="3980" y="918"/>
                  <a:pt x="2971" y="918"/>
                </a:cubicBezTo>
                <a:close/>
                <a:moveTo>
                  <a:pt x="8068" y="0"/>
                </a:moveTo>
                <a:cubicBezTo>
                  <a:pt x="8068" y="0"/>
                  <a:pt x="8068" y="0"/>
                  <a:pt x="13456" y="0"/>
                </a:cubicBezTo>
                <a:cubicBezTo>
                  <a:pt x="13542" y="0"/>
                  <a:pt x="13594" y="16"/>
                  <a:pt x="13635" y="44"/>
                </a:cubicBezTo>
                <a:cubicBezTo>
                  <a:pt x="13669" y="67"/>
                  <a:pt x="13698" y="103"/>
                  <a:pt x="13698" y="162"/>
                </a:cubicBezTo>
                <a:cubicBezTo>
                  <a:pt x="13698" y="162"/>
                  <a:pt x="13698" y="162"/>
                  <a:pt x="13698" y="827"/>
                </a:cubicBezTo>
                <a:cubicBezTo>
                  <a:pt x="13698" y="886"/>
                  <a:pt x="13669" y="922"/>
                  <a:pt x="13635" y="945"/>
                </a:cubicBezTo>
                <a:cubicBezTo>
                  <a:pt x="13594" y="973"/>
                  <a:pt x="13542" y="989"/>
                  <a:pt x="13456" y="989"/>
                </a:cubicBezTo>
                <a:cubicBezTo>
                  <a:pt x="13456" y="989"/>
                  <a:pt x="13456" y="989"/>
                  <a:pt x="11731" y="989"/>
                </a:cubicBezTo>
                <a:cubicBezTo>
                  <a:pt x="11731" y="989"/>
                  <a:pt x="11731" y="989"/>
                  <a:pt x="11731" y="7681"/>
                </a:cubicBezTo>
                <a:cubicBezTo>
                  <a:pt x="11731" y="7740"/>
                  <a:pt x="11708" y="7776"/>
                  <a:pt x="11667" y="7800"/>
                </a:cubicBezTo>
                <a:cubicBezTo>
                  <a:pt x="11633" y="7827"/>
                  <a:pt x="11581" y="7843"/>
                  <a:pt x="11494" y="7843"/>
                </a:cubicBezTo>
                <a:cubicBezTo>
                  <a:pt x="11494" y="7843"/>
                  <a:pt x="11494" y="7843"/>
                  <a:pt x="10029" y="7843"/>
                </a:cubicBezTo>
                <a:cubicBezTo>
                  <a:pt x="9943" y="7843"/>
                  <a:pt x="9891" y="7827"/>
                  <a:pt x="9850" y="7800"/>
                </a:cubicBezTo>
                <a:cubicBezTo>
                  <a:pt x="9810" y="7776"/>
                  <a:pt x="9787" y="7740"/>
                  <a:pt x="9787" y="7681"/>
                </a:cubicBezTo>
                <a:cubicBezTo>
                  <a:pt x="9787" y="7681"/>
                  <a:pt x="9787" y="7681"/>
                  <a:pt x="9787" y="989"/>
                </a:cubicBezTo>
                <a:cubicBezTo>
                  <a:pt x="9787" y="989"/>
                  <a:pt x="9787" y="989"/>
                  <a:pt x="8068" y="989"/>
                </a:cubicBezTo>
                <a:cubicBezTo>
                  <a:pt x="7981" y="989"/>
                  <a:pt x="7929" y="973"/>
                  <a:pt x="7889" y="945"/>
                </a:cubicBezTo>
                <a:cubicBezTo>
                  <a:pt x="7849" y="922"/>
                  <a:pt x="7825" y="886"/>
                  <a:pt x="7825" y="827"/>
                </a:cubicBezTo>
                <a:cubicBezTo>
                  <a:pt x="7825" y="827"/>
                  <a:pt x="7825" y="827"/>
                  <a:pt x="7825" y="162"/>
                </a:cubicBezTo>
                <a:cubicBezTo>
                  <a:pt x="7825" y="103"/>
                  <a:pt x="7849" y="67"/>
                  <a:pt x="7889" y="44"/>
                </a:cubicBezTo>
                <a:cubicBezTo>
                  <a:pt x="7929" y="16"/>
                  <a:pt x="7981" y="0"/>
                  <a:pt x="8068" y="0"/>
                </a:cubicBezTo>
                <a:close/>
                <a:moveTo>
                  <a:pt x="1390" y="0"/>
                </a:moveTo>
                <a:cubicBezTo>
                  <a:pt x="1390" y="0"/>
                  <a:pt x="1390" y="0"/>
                  <a:pt x="4257" y="0"/>
                </a:cubicBezTo>
                <a:cubicBezTo>
                  <a:pt x="5370" y="0"/>
                  <a:pt x="6051" y="174"/>
                  <a:pt x="6466" y="538"/>
                </a:cubicBezTo>
                <a:cubicBezTo>
                  <a:pt x="7072" y="1036"/>
                  <a:pt x="7089" y="1843"/>
                  <a:pt x="7089" y="3077"/>
                </a:cubicBezTo>
                <a:cubicBezTo>
                  <a:pt x="7089" y="3077"/>
                  <a:pt x="7089" y="3077"/>
                  <a:pt x="7089" y="4766"/>
                </a:cubicBezTo>
                <a:cubicBezTo>
                  <a:pt x="7089" y="6000"/>
                  <a:pt x="7072" y="6807"/>
                  <a:pt x="6466" y="7305"/>
                </a:cubicBezTo>
                <a:cubicBezTo>
                  <a:pt x="6051" y="7669"/>
                  <a:pt x="5370" y="7843"/>
                  <a:pt x="4257" y="7843"/>
                </a:cubicBezTo>
                <a:cubicBezTo>
                  <a:pt x="4257" y="7843"/>
                  <a:pt x="4257" y="7843"/>
                  <a:pt x="1390" y="7843"/>
                </a:cubicBezTo>
                <a:cubicBezTo>
                  <a:pt x="1304" y="7843"/>
                  <a:pt x="1252" y="7827"/>
                  <a:pt x="1217" y="7800"/>
                </a:cubicBezTo>
                <a:cubicBezTo>
                  <a:pt x="1177" y="7776"/>
                  <a:pt x="1154" y="7740"/>
                  <a:pt x="1154" y="7681"/>
                </a:cubicBezTo>
                <a:cubicBezTo>
                  <a:pt x="1154" y="7681"/>
                  <a:pt x="1154" y="7681"/>
                  <a:pt x="1154" y="162"/>
                </a:cubicBezTo>
                <a:cubicBezTo>
                  <a:pt x="1154" y="103"/>
                  <a:pt x="1177" y="67"/>
                  <a:pt x="1217" y="44"/>
                </a:cubicBezTo>
                <a:cubicBezTo>
                  <a:pt x="1252" y="16"/>
                  <a:pt x="1304" y="0"/>
                  <a:pt x="1390" y="0"/>
                </a:cubicBezTo>
                <a:close/>
                <a:moveTo>
                  <a:pt x="14706" y="0"/>
                </a:moveTo>
                <a:cubicBezTo>
                  <a:pt x="14706" y="0"/>
                  <a:pt x="14706" y="0"/>
                  <a:pt x="16045" y="0"/>
                </a:cubicBezTo>
                <a:cubicBezTo>
                  <a:pt x="16131" y="0"/>
                  <a:pt x="16183" y="16"/>
                  <a:pt x="16224" y="44"/>
                </a:cubicBezTo>
                <a:cubicBezTo>
                  <a:pt x="16264" y="67"/>
                  <a:pt x="16287" y="103"/>
                  <a:pt x="16287" y="162"/>
                </a:cubicBezTo>
                <a:cubicBezTo>
                  <a:pt x="16287" y="162"/>
                  <a:pt x="16287" y="162"/>
                  <a:pt x="16287" y="5712"/>
                </a:cubicBezTo>
                <a:cubicBezTo>
                  <a:pt x="16287" y="6314"/>
                  <a:pt x="16368" y="6646"/>
                  <a:pt x="16627" y="6844"/>
                </a:cubicBezTo>
                <a:cubicBezTo>
                  <a:pt x="16818" y="6990"/>
                  <a:pt x="17072" y="7053"/>
                  <a:pt x="17406" y="7053"/>
                </a:cubicBezTo>
                <a:cubicBezTo>
                  <a:pt x="17776" y="7053"/>
                  <a:pt x="18041" y="6982"/>
                  <a:pt x="18226" y="6844"/>
                </a:cubicBezTo>
                <a:cubicBezTo>
                  <a:pt x="18503" y="6638"/>
                  <a:pt x="18566" y="6294"/>
                  <a:pt x="18566" y="5712"/>
                </a:cubicBezTo>
                <a:cubicBezTo>
                  <a:pt x="18566" y="5712"/>
                  <a:pt x="18566" y="5712"/>
                  <a:pt x="18566" y="162"/>
                </a:cubicBezTo>
                <a:cubicBezTo>
                  <a:pt x="18566" y="103"/>
                  <a:pt x="18589" y="67"/>
                  <a:pt x="18630" y="44"/>
                </a:cubicBezTo>
                <a:cubicBezTo>
                  <a:pt x="18664" y="16"/>
                  <a:pt x="18722" y="0"/>
                  <a:pt x="18803" y="0"/>
                </a:cubicBezTo>
                <a:cubicBezTo>
                  <a:pt x="18803" y="0"/>
                  <a:pt x="18803" y="0"/>
                  <a:pt x="20147" y="0"/>
                </a:cubicBezTo>
                <a:cubicBezTo>
                  <a:pt x="20234" y="0"/>
                  <a:pt x="20286" y="16"/>
                  <a:pt x="20320" y="44"/>
                </a:cubicBezTo>
                <a:cubicBezTo>
                  <a:pt x="20361" y="67"/>
                  <a:pt x="20384" y="103"/>
                  <a:pt x="20384" y="162"/>
                </a:cubicBezTo>
                <a:cubicBezTo>
                  <a:pt x="20384" y="162"/>
                  <a:pt x="20384" y="162"/>
                  <a:pt x="20384" y="5716"/>
                </a:cubicBezTo>
                <a:cubicBezTo>
                  <a:pt x="20384" y="6464"/>
                  <a:pt x="20257" y="6962"/>
                  <a:pt x="19732" y="7382"/>
                </a:cubicBezTo>
                <a:cubicBezTo>
                  <a:pt x="19287" y="7738"/>
                  <a:pt x="18560" y="7943"/>
                  <a:pt x="17430" y="7943"/>
                </a:cubicBezTo>
                <a:cubicBezTo>
                  <a:pt x="16316" y="7943"/>
                  <a:pt x="15583" y="7750"/>
                  <a:pt x="15093" y="7382"/>
                </a:cubicBezTo>
                <a:cubicBezTo>
                  <a:pt x="14625" y="7030"/>
                  <a:pt x="14469" y="6523"/>
                  <a:pt x="14469" y="5716"/>
                </a:cubicBezTo>
                <a:cubicBezTo>
                  <a:pt x="14469" y="5716"/>
                  <a:pt x="14469" y="5716"/>
                  <a:pt x="14469" y="162"/>
                </a:cubicBezTo>
                <a:cubicBezTo>
                  <a:pt x="14469" y="103"/>
                  <a:pt x="14493" y="67"/>
                  <a:pt x="14527" y="44"/>
                </a:cubicBezTo>
                <a:cubicBezTo>
                  <a:pt x="14568" y="16"/>
                  <a:pt x="14620" y="0"/>
                  <a:pt x="14706" y="0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6799" tIns="46799" rIns="46799" bIns="46799"/>
          <a:lstStyle/>
          <a:p>
            <a:pPr>
              <a:defRPr>
                <a:latin typeface="Verdana"/>
                <a:ea typeface="Verdana"/>
                <a:cs typeface="Verdana"/>
                <a:sym typeface="Verdana"/>
              </a:defRPr>
            </a:pPr>
          </a:p>
        </p:txBody>
      </p:sp>
      <p:sp>
        <p:nvSpPr>
          <p:cNvPr id="3" name="Bottom bar"/>
          <p:cNvSpPr/>
          <p:nvPr/>
        </p:nvSpPr>
        <p:spPr>
          <a:xfrm>
            <a:off x="0" y="6541199"/>
            <a:ext cx="12193200" cy="31680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6799" tIns="46799" rIns="46799" bIns="46799" anchor="ctr"/>
          <a:lstStyle/>
          <a:p>
            <a:pPr algn="ctr">
              <a:spcBef>
                <a:spcPts val="400"/>
              </a:spcBef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" name="Top bar"/>
          <p:cNvSpPr/>
          <p:nvPr/>
        </p:nvSpPr>
        <p:spPr>
          <a:xfrm>
            <a:off x="0" y="-1"/>
            <a:ext cx="12193200" cy="50402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6799" tIns="46799" rIns="46799" bIns="46799" anchor="ctr"/>
          <a:lstStyle/>
          <a:p>
            <a:pPr algn="ctr">
              <a:spcBef>
                <a:spcPts val="400"/>
              </a:spcBef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" name="Slide Number"/>
          <p:cNvSpPr txBox="1"/>
          <p:nvPr>
            <p:ph type="sldNum" sz="quarter" idx="2"/>
          </p:nvPr>
        </p:nvSpPr>
        <p:spPr>
          <a:xfrm>
            <a:off x="11506450" y="6636099"/>
            <a:ext cx="127001" cy="12700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>
              <a:spcBef>
                <a:spcPts val="400"/>
              </a:spcBef>
              <a:defRPr b="1" sz="700"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  <p:pic>
        <p:nvPicPr>
          <p:cNvPr id="6" name="ESS.png" descr="ESS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30250" y="252000"/>
            <a:ext cx="1138321" cy="612001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9" name="Group"/>
          <p:cNvGrpSpPr/>
          <p:nvPr/>
        </p:nvGrpSpPr>
        <p:grpSpPr>
          <a:xfrm>
            <a:off x="17068" y="935881"/>
            <a:ext cx="1506786" cy="5584238"/>
            <a:chOff x="0" y="0"/>
            <a:chExt cx="1506784" cy="5584236"/>
          </a:xfrm>
        </p:grpSpPr>
        <p:pic>
          <p:nvPicPr>
            <p:cNvPr id="7" name="Image" descr="Image"/>
            <p:cNvPicPr>
              <a:picLocks noChangeAspect="1"/>
            </p:cNvPicPr>
            <p:nvPr/>
          </p:nvPicPr>
          <p:blipFill>
            <a:blip r:embed="rId3">
              <a:extLst/>
            </a:blip>
            <a:srcRect l="0" t="0" r="0" b="0"/>
            <a:stretch>
              <a:fillRect/>
            </a:stretch>
          </p:blipFill>
          <p:spPr>
            <a:xfrm>
              <a:off x="0" y="0"/>
              <a:ext cx="1506785" cy="558423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8" name="Rectangle"/>
            <p:cNvSpPr/>
            <p:nvPr/>
          </p:nvSpPr>
          <p:spPr>
            <a:xfrm>
              <a:off x="26491" y="29555"/>
              <a:ext cx="1453952" cy="791704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6799" tIns="46799" rIns="46799" bIns="46799" numCol="1" anchor="ctr">
              <a:noAutofit/>
            </a:bodyPr>
            <a:lstStyle/>
            <a:p>
              <a:pPr/>
            </a:p>
          </p:txBody>
        </p:sp>
        <p:grpSp>
          <p:nvGrpSpPr>
            <p:cNvPr id="17" name="Group"/>
            <p:cNvGrpSpPr/>
            <p:nvPr/>
          </p:nvGrpSpPr>
          <p:grpSpPr>
            <a:xfrm>
              <a:off x="161144" y="50051"/>
              <a:ext cx="1271028" cy="5510910"/>
              <a:chOff x="0" y="0"/>
              <a:chExt cx="1271027" cy="5510908"/>
            </a:xfrm>
          </p:grpSpPr>
          <p:sp>
            <p:nvSpPr>
              <p:cNvPr id="9" name="2025 ISIS McStas School"/>
              <p:cNvSpPr txBox="1"/>
              <p:nvPr/>
            </p:nvSpPr>
            <p:spPr>
              <a:xfrm>
                <a:off x="0" y="4478221"/>
                <a:ext cx="1184497" cy="10326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0" tIns="0" rIns="0" bIns="0" numCol="1" anchor="b">
                <a:normAutofit fontScale="100000" lnSpcReduction="0"/>
              </a:bodyPr>
              <a:lstStyle/>
              <a:p>
                <a:pPr algn="ctr" defTabSz="521208">
                  <a:lnSpc>
                    <a:spcPct val="110000"/>
                  </a:lnSpc>
                  <a:spcBef>
                    <a:spcPts val="0"/>
                  </a:spcBef>
                  <a:defRPr b="1" i="1" sz="2109">
                    <a:solidFill>
                      <a:srgbClr val="FFFFFF"/>
                    </a:solidFill>
                  </a:defRPr>
                </a:pPr>
                <a:r>
                  <a:t>2025 ISIS</a:t>
                </a:r>
                <a:br/>
                <a:r>
                  <a:t>McStas School</a:t>
                </a:r>
              </a:p>
            </p:txBody>
          </p:sp>
          <p:grpSp>
            <p:nvGrpSpPr>
              <p:cNvPr id="16" name="Group"/>
              <p:cNvGrpSpPr/>
              <p:nvPr/>
            </p:nvGrpSpPr>
            <p:grpSpPr>
              <a:xfrm>
                <a:off x="545266" y="-1"/>
                <a:ext cx="725762" cy="757651"/>
                <a:chOff x="0" y="0"/>
                <a:chExt cx="725761" cy="757649"/>
              </a:xfrm>
            </p:grpSpPr>
            <p:sp>
              <p:nvSpPr>
                <p:cNvPr id="10" name="Logo color"/>
                <p:cNvSpPr/>
                <p:nvPr/>
              </p:nvSpPr>
              <p:spPr>
                <a:xfrm>
                  <a:off x="2507" y="452770"/>
                  <a:ext cx="117009" cy="170656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4597" y="18293"/>
                      </a:moveTo>
                      <a:cubicBezTo>
                        <a:pt x="10549" y="19881"/>
                        <a:pt x="11051" y="19881"/>
                        <a:pt x="17003" y="18293"/>
                      </a:cubicBezTo>
                      <a:cubicBezTo>
                        <a:pt x="17003" y="18293"/>
                        <a:pt x="17003" y="18293"/>
                        <a:pt x="21600" y="19949"/>
                      </a:cubicBezTo>
                      <a:cubicBezTo>
                        <a:pt x="21600" y="19949"/>
                        <a:pt x="21600" y="19949"/>
                        <a:pt x="17003" y="21600"/>
                      </a:cubicBezTo>
                      <a:cubicBezTo>
                        <a:pt x="11051" y="20016"/>
                        <a:pt x="10549" y="20016"/>
                        <a:pt x="4597" y="21600"/>
                      </a:cubicBezTo>
                      <a:cubicBezTo>
                        <a:pt x="4597" y="21600"/>
                        <a:pt x="4597" y="21600"/>
                        <a:pt x="0" y="19949"/>
                      </a:cubicBezTo>
                      <a:cubicBezTo>
                        <a:pt x="0" y="19949"/>
                        <a:pt x="0" y="19949"/>
                        <a:pt x="4597" y="18293"/>
                      </a:cubicBezTo>
                      <a:close/>
                      <a:moveTo>
                        <a:pt x="4597" y="14200"/>
                      </a:moveTo>
                      <a:cubicBezTo>
                        <a:pt x="10549" y="15790"/>
                        <a:pt x="11051" y="15790"/>
                        <a:pt x="17003" y="14200"/>
                      </a:cubicBezTo>
                      <a:cubicBezTo>
                        <a:pt x="17003" y="14200"/>
                        <a:pt x="17003" y="14200"/>
                        <a:pt x="21600" y="15858"/>
                      </a:cubicBezTo>
                      <a:cubicBezTo>
                        <a:pt x="21600" y="15858"/>
                        <a:pt x="21600" y="15858"/>
                        <a:pt x="17003" y="17512"/>
                      </a:cubicBezTo>
                      <a:cubicBezTo>
                        <a:pt x="11051" y="15925"/>
                        <a:pt x="10549" y="15925"/>
                        <a:pt x="4597" y="17512"/>
                      </a:cubicBezTo>
                      <a:cubicBezTo>
                        <a:pt x="4597" y="17512"/>
                        <a:pt x="4597" y="17512"/>
                        <a:pt x="0" y="15858"/>
                      </a:cubicBezTo>
                      <a:cubicBezTo>
                        <a:pt x="0" y="15858"/>
                        <a:pt x="0" y="15858"/>
                        <a:pt x="4597" y="14200"/>
                      </a:cubicBezTo>
                      <a:close/>
                      <a:moveTo>
                        <a:pt x="4597" y="10111"/>
                      </a:moveTo>
                      <a:cubicBezTo>
                        <a:pt x="10549" y="11702"/>
                        <a:pt x="11051" y="11702"/>
                        <a:pt x="17003" y="10111"/>
                      </a:cubicBezTo>
                      <a:cubicBezTo>
                        <a:pt x="17003" y="10111"/>
                        <a:pt x="17003" y="10111"/>
                        <a:pt x="21600" y="11769"/>
                      </a:cubicBezTo>
                      <a:cubicBezTo>
                        <a:pt x="21600" y="11769"/>
                        <a:pt x="21600" y="11769"/>
                        <a:pt x="17003" y="13423"/>
                      </a:cubicBezTo>
                      <a:cubicBezTo>
                        <a:pt x="11051" y="11837"/>
                        <a:pt x="10549" y="11837"/>
                        <a:pt x="4597" y="13423"/>
                      </a:cubicBezTo>
                      <a:cubicBezTo>
                        <a:pt x="4597" y="13423"/>
                        <a:pt x="4597" y="13423"/>
                        <a:pt x="0" y="11769"/>
                      </a:cubicBezTo>
                      <a:cubicBezTo>
                        <a:pt x="0" y="11769"/>
                        <a:pt x="0" y="11769"/>
                        <a:pt x="4597" y="10111"/>
                      </a:cubicBezTo>
                      <a:close/>
                      <a:moveTo>
                        <a:pt x="2971" y="918"/>
                      </a:moveTo>
                      <a:lnTo>
                        <a:pt x="2971" y="6926"/>
                      </a:lnTo>
                      <a:cubicBezTo>
                        <a:pt x="2971" y="6926"/>
                        <a:pt x="2971" y="6926"/>
                        <a:pt x="3980" y="6926"/>
                      </a:cubicBezTo>
                      <a:cubicBezTo>
                        <a:pt x="4430" y="6926"/>
                        <a:pt x="4695" y="6878"/>
                        <a:pt x="4903" y="6708"/>
                      </a:cubicBezTo>
                      <a:cubicBezTo>
                        <a:pt x="5220" y="6447"/>
                        <a:pt x="5249" y="5917"/>
                        <a:pt x="5249" y="4849"/>
                      </a:cubicBezTo>
                      <a:cubicBezTo>
                        <a:pt x="5249" y="4849"/>
                        <a:pt x="5249" y="4849"/>
                        <a:pt x="5249" y="2990"/>
                      </a:cubicBezTo>
                      <a:cubicBezTo>
                        <a:pt x="5249" y="1926"/>
                        <a:pt x="5220" y="1396"/>
                        <a:pt x="4903" y="1135"/>
                      </a:cubicBezTo>
                      <a:cubicBezTo>
                        <a:pt x="4695" y="965"/>
                        <a:pt x="4430" y="918"/>
                        <a:pt x="3980" y="918"/>
                      </a:cubicBezTo>
                      <a:cubicBezTo>
                        <a:pt x="3980" y="918"/>
                        <a:pt x="3980" y="918"/>
                        <a:pt x="2971" y="918"/>
                      </a:cubicBezTo>
                      <a:close/>
                      <a:moveTo>
                        <a:pt x="8068" y="0"/>
                      </a:moveTo>
                      <a:cubicBezTo>
                        <a:pt x="8068" y="0"/>
                        <a:pt x="8068" y="0"/>
                        <a:pt x="13456" y="0"/>
                      </a:cubicBezTo>
                      <a:cubicBezTo>
                        <a:pt x="13542" y="0"/>
                        <a:pt x="13594" y="16"/>
                        <a:pt x="13635" y="44"/>
                      </a:cubicBezTo>
                      <a:cubicBezTo>
                        <a:pt x="13669" y="67"/>
                        <a:pt x="13698" y="103"/>
                        <a:pt x="13698" y="162"/>
                      </a:cubicBezTo>
                      <a:cubicBezTo>
                        <a:pt x="13698" y="162"/>
                        <a:pt x="13698" y="162"/>
                        <a:pt x="13698" y="827"/>
                      </a:cubicBezTo>
                      <a:cubicBezTo>
                        <a:pt x="13698" y="886"/>
                        <a:pt x="13669" y="922"/>
                        <a:pt x="13635" y="945"/>
                      </a:cubicBezTo>
                      <a:cubicBezTo>
                        <a:pt x="13594" y="973"/>
                        <a:pt x="13542" y="989"/>
                        <a:pt x="13456" y="989"/>
                      </a:cubicBezTo>
                      <a:cubicBezTo>
                        <a:pt x="13456" y="989"/>
                        <a:pt x="13456" y="989"/>
                        <a:pt x="11731" y="989"/>
                      </a:cubicBezTo>
                      <a:cubicBezTo>
                        <a:pt x="11731" y="989"/>
                        <a:pt x="11731" y="989"/>
                        <a:pt x="11731" y="7681"/>
                      </a:cubicBezTo>
                      <a:cubicBezTo>
                        <a:pt x="11731" y="7740"/>
                        <a:pt x="11708" y="7776"/>
                        <a:pt x="11667" y="7800"/>
                      </a:cubicBezTo>
                      <a:cubicBezTo>
                        <a:pt x="11633" y="7827"/>
                        <a:pt x="11581" y="7843"/>
                        <a:pt x="11494" y="7843"/>
                      </a:cubicBezTo>
                      <a:cubicBezTo>
                        <a:pt x="11494" y="7843"/>
                        <a:pt x="11494" y="7843"/>
                        <a:pt x="10029" y="7843"/>
                      </a:cubicBezTo>
                      <a:cubicBezTo>
                        <a:pt x="9943" y="7843"/>
                        <a:pt x="9891" y="7827"/>
                        <a:pt x="9850" y="7800"/>
                      </a:cubicBezTo>
                      <a:cubicBezTo>
                        <a:pt x="9810" y="7776"/>
                        <a:pt x="9787" y="7740"/>
                        <a:pt x="9787" y="7681"/>
                      </a:cubicBezTo>
                      <a:cubicBezTo>
                        <a:pt x="9787" y="7681"/>
                        <a:pt x="9787" y="7681"/>
                        <a:pt x="9787" y="989"/>
                      </a:cubicBezTo>
                      <a:cubicBezTo>
                        <a:pt x="9787" y="989"/>
                        <a:pt x="9787" y="989"/>
                        <a:pt x="8068" y="989"/>
                      </a:cubicBezTo>
                      <a:cubicBezTo>
                        <a:pt x="7981" y="989"/>
                        <a:pt x="7929" y="973"/>
                        <a:pt x="7889" y="945"/>
                      </a:cubicBezTo>
                      <a:cubicBezTo>
                        <a:pt x="7849" y="922"/>
                        <a:pt x="7825" y="886"/>
                        <a:pt x="7825" y="827"/>
                      </a:cubicBezTo>
                      <a:cubicBezTo>
                        <a:pt x="7825" y="827"/>
                        <a:pt x="7825" y="827"/>
                        <a:pt x="7825" y="162"/>
                      </a:cubicBezTo>
                      <a:cubicBezTo>
                        <a:pt x="7825" y="103"/>
                        <a:pt x="7849" y="67"/>
                        <a:pt x="7889" y="44"/>
                      </a:cubicBezTo>
                      <a:cubicBezTo>
                        <a:pt x="7929" y="16"/>
                        <a:pt x="7981" y="0"/>
                        <a:pt x="8068" y="0"/>
                      </a:cubicBezTo>
                      <a:close/>
                      <a:moveTo>
                        <a:pt x="1390" y="0"/>
                      </a:moveTo>
                      <a:cubicBezTo>
                        <a:pt x="1390" y="0"/>
                        <a:pt x="1390" y="0"/>
                        <a:pt x="4257" y="0"/>
                      </a:cubicBezTo>
                      <a:cubicBezTo>
                        <a:pt x="5370" y="0"/>
                        <a:pt x="6051" y="174"/>
                        <a:pt x="6466" y="538"/>
                      </a:cubicBezTo>
                      <a:cubicBezTo>
                        <a:pt x="7072" y="1036"/>
                        <a:pt x="7089" y="1843"/>
                        <a:pt x="7089" y="3077"/>
                      </a:cubicBezTo>
                      <a:cubicBezTo>
                        <a:pt x="7089" y="3077"/>
                        <a:pt x="7089" y="3077"/>
                        <a:pt x="7089" y="4766"/>
                      </a:cubicBezTo>
                      <a:cubicBezTo>
                        <a:pt x="7089" y="6000"/>
                        <a:pt x="7072" y="6807"/>
                        <a:pt x="6466" y="7305"/>
                      </a:cubicBezTo>
                      <a:cubicBezTo>
                        <a:pt x="6051" y="7669"/>
                        <a:pt x="5370" y="7843"/>
                        <a:pt x="4257" y="7843"/>
                      </a:cubicBezTo>
                      <a:cubicBezTo>
                        <a:pt x="4257" y="7843"/>
                        <a:pt x="4257" y="7843"/>
                        <a:pt x="1390" y="7843"/>
                      </a:cubicBezTo>
                      <a:cubicBezTo>
                        <a:pt x="1304" y="7843"/>
                        <a:pt x="1252" y="7827"/>
                        <a:pt x="1217" y="7800"/>
                      </a:cubicBezTo>
                      <a:cubicBezTo>
                        <a:pt x="1177" y="7776"/>
                        <a:pt x="1154" y="7740"/>
                        <a:pt x="1154" y="7681"/>
                      </a:cubicBezTo>
                      <a:cubicBezTo>
                        <a:pt x="1154" y="7681"/>
                        <a:pt x="1154" y="7681"/>
                        <a:pt x="1154" y="162"/>
                      </a:cubicBezTo>
                      <a:cubicBezTo>
                        <a:pt x="1154" y="103"/>
                        <a:pt x="1177" y="67"/>
                        <a:pt x="1217" y="44"/>
                      </a:cubicBezTo>
                      <a:cubicBezTo>
                        <a:pt x="1252" y="16"/>
                        <a:pt x="1304" y="0"/>
                        <a:pt x="1390" y="0"/>
                      </a:cubicBezTo>
                      <a:close/>
                      <a:moveTo>
                        <a:pt x="14706" y="0"/>
                      </a:moveTo>
                      <a:cubicBezTo>
                        <a:pt x="14706" y="0"/>
                        <a:pt x="14706" y="0"/>
                        <a:pt x="16045" y="0"/>
                      </a:cubicBezTo>
                      <a:cubicBezTo>
                        <a:pt x="16131" y="0"/>
                        <a:pt x="16183" y="16"/>
                        <a:pt x="16224" y="44"/>
                      </a:cubicBezTo>
                      <a:cubicBezTo>
                        <a:pt x="16264" y="67"/>
                        <a:pt x="16287" y="103"/>
                        <a:pt x="16287" y="162"/>
                      </a:cubicBezTo>
                      <a:cubicBezTo>
                        <a:pt x="16287" y="162"/>
                        <a:pt x="16287" y="162"/>
                        <a:pt x="16287" y="5712"/>
                      </a:cubicBezTo>
                      <a:cubicBezTo>
                        <a:pt x="16287" y="6314"/>
                        <a:pt x="16368" y="6646"/>
                        <a:pt x="16627" y="6844"/>
                      </a:cubicBezTo>
                      <a:cubicBezTo>
                        <a:pt x="16818" y="6990"/>
                        <a:pt x="17072" y="7053"/>
                        <a:pt x="17406" y="7053"/>
                      </a:cubicBezTo>
                      <a:cubicBezTo>
                        <a:pt x="17776" y="7053"/>
                        <a:pt x="18041" y="6982"/>
                        <a:pt x="18226" y="6844"/>
                      </a:cubicBezTo>
                      <a:cubicBezTo>
                        <a:pt x="18503" y="6638"/>
                        <a:pt x="18566" y="6294"/>
                        <a:pt x="18566" y="5712"/>
                      </a:cubicBezTo>
                      <a:cubicBezTo>
                        <a:pt x="18566" y="5712"/>
                        <a:pt x="18566" y="5712"/>
                        <a:pt x="18566" y="162"/>
                      </a:cubicBezTo>
                      <a:cubicBezTo>
                        <a:pt x="18566" y="103"/>
                        <a:pt x="18589" y="67"/>
                        <a:pt x="18630" y="44"/>
                      </a:cubicBezTo>
                      <a:cubicBezTo>
                        <a:pt x="18664" y="16"/>
                        <a:pt x="18722" y="0"/>
                        <a:pt x="18803" y="0"/>
                      </a:cubicBezTo>
                      <a:cubicBezTo>
                        <a:pt x="18803" y="0"/>
                        <a:pt x="18803" y="0"/>
                        <a:pt x="20147" y="0"/>
                      </a:cubicBezTo>
                      <a:cubicBezTo>
                        <a:pt x="20234" y="0"/>
                        <a:pt x="20286" y="16"/>
                        <a:pt x="20320" y="44"/>
                      </a:cubicBezTo>
                      <a:cubicBezTo>
                        <a:pt x="20361" y="67"/>
                        <a:pt x="20384" y="103"/>
                        <a:pt x="20384" y="162"/>
                      </a:cubicBezTo>
                      <a:cubicBezTo>
                        <a:pt x="20384" y="162"/>
                        <a:pt x="20384" y="162"/>
                        <a:pt x="20384" y="5716"/>
                      </a:cubicBezTo>
                      <a:cubicBezTo>
                        <a:pt x="20384" y="6464"/>
                        <a:pt x="20257" y="6962"/>
                        <a:pt x="19732" y="7382"/>
                      </a:cubicBezTo>
                      <a:cubicBezTo>
                        <a:pt x="19287" y="7738"/>
                        <a:pt x="18560" y="7943"/>
                        <a:pt x="17430" y="7943"/>
                      </a:cubicBezTo>
                      <a:cubicBezTo>
                        <a:pt x="16316" y="7943"/>
                        <a:pt x="15583" y="7750"/>
                        <a:pt x="15093" y="7382"/>
                      </a:cubicBezTo>
                      <a:cubicBezTo>
                        <a:pt x="14625" y="7030"/>
                        <a:pt x="14469" y="6523"/>
                        <a:pt x="14469" y="5716"/>
                      </a:cubicBezTo>
                      <a:cubicBezTo>
                        <a:pt x="14469" y="5716"/>
                        <a:pt x="14469" y="5716"/>
                        <a:pt x="14469" y="162"/>
                      </a:cubicBezTo>
                      <a:cubicBezTo>
                        <a:pt x="14469" y="103"/>
                        <a:pt x="14493" y="67"/>
                        <a:pt x="14527" y="44"/>
                      </a:cubicBezTo>
                      <a:cubicBezTo>
                        <a:pt x="14568" y="16"/>
                        <a:pt x="14620" y="0"/>
                        <a:pt x="14706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6799" tIns="46799" rIns="46799" bIns="46799" numCol="1" anchor="t">
                  <a:noAutofit/>
                </a:bodyPr>
                <a:lstStyle/>
                <a:p>
                  <a:pPr>
                    <a:defRPr>
                      <a:latin typeface="Verdana"/>
                      <a:ea typeface="Verdana"/>
                      <a:cs typeface="Verdana"/>
                      <a:sym typeface="Verdana"/>
                    </a:defRPr>
                  </a:pPr>
                </a:p>
              </p:txBody>
            </p:sp>
            <p:pic>
              <p:nvPicPr>
                <p:cNvPr id="11" name="logoill.pdf" descr="logoill.pdf"/>
                <p:cNvPicPr>
                  <a:picLocks noChangeAspect="0"/>
                </p:cNvPicPr>
                <p:nvPr/>
              </p:nvPicPr>
              <p:blipFill>
                <a:blip r:embed="rId4">
                  <a:extLst/>
                </a:blip>
                <a:stretch>
                  <a:fillRect/>
                </a:stretch>
              </p:blipFill>
              <p:spPr>
                <a:xfrm>
                  <a:off x="486613" y="459579"/>
                  <a:ext cx="164286" cy="157037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12" name="mcstas-logo.pdf" descr="mcstas-logo.pdf"/>
                <p:cNvPicPr>
                  <a:picLocks noChangeAspect="0"/>
                </p:cNvPicPr>
                <p:nvPr/>
              </p:nvPicPr>
              <p:blipFill>
                <a:blip r:embed="rId5">
                  <a:extLst/>
                </a:blip>
                <a:srcRect l="0" t="0" r="0" b="0"/>
                <a:stretch>
                  <a:fillRect/>
                </a:stretch>
              </p:blipFill>
              <p:spPr>
                <a:xfrm>
                  <a:off x="0" y="0"/>
                  <a:ext cx="725762" cy="426459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13" name="PSI-Logo_trans.png" descr="PSI-Logo_trans.png"/>
                <p:cNvPicPr>
                  <a:picLocks noChangeAspect="0"/>
                </p:cNvPicPr>
                <p:nvPr/>
              </p:nvPicPr>
              <p:blipFill>
                <a:blip r:embed="rId6">
                  <a:extLst/>
                </a:blip>
                <a:stretch>
                  <a:fillRect/>
                </a:stretch>
              </p:blipFill>
              <p:spPr>
                <a:xfrm>
                  <a:off x="270340" y="501170"/>
                  <a:ext cx="204490" cy="74865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14" name="ku-logo.pdf" descr="ku-logo.pdf"/>
                <p:cNvPicPr>
                  <a:picLocks noChangeAspect="0"/>
                </p:cNvPicPr>
                <p:nvPr/>
              </p:nvPicPr>
              <p:blipFill>
                <a:blip r:embed="rId7">
                  <a:extLst/>
                </a:blip>
                <a:stretch>
                  <a:fillRect/>
                </a:stretch>
              </p:blipFill>
              <p:spPr>
                <a:xfrm>
                  <a:off x="131011" y="451261"/>
                  <a:ext cx="128373" cy="174419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15" name="ESS_Logo_Frugal_Blue_cmyk.png" descr="ESS_Logo_Frugal_Blue_cmyk.png"/>
                <p:cNvPicPr>
                  <a:picLocks noChangeAspect="0"/>
                </p:cNvPicPr>
                <p:nvPr/>
              </p:nvPicPr>
              <p:blipFill>
                <a:blip r:embed="rId8">
                  <a:extLst/>
                </a:blip>
                <a:stretch>
                  <a:fillRect/>
                </a:stretch>
              </p:blipFill>
              <p:spPr>
                <a:xfrm>
                  <a:off x="214914" y="607364"/>
                  <a:ext cx="279297" cy="150286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</p:grpSp>
        </p:grpSp>
        <p:pic>
          <p:nvPicPr>
            <p:cNvPr id="18" name="Image" descr="Image"/>
            <p:cNvPicPr>
              <a:picLocks noChangeAspect="1"/>
            </p:cNvPicPr>
            <p:nvPr/>
          </p:nvPicPr>
          <p:blipFill>
            <a:blip r:embed="rId9">
              <a:extLst/>
            </a:blip>
            <a:srcRect l="0" t="0" r="77004" b="0"/>
            <a:stretch>
              <a:fillRect/>
            </a:stretch>
          </p:blipFill>
          <p:spPr>
            <a:xfrm>
              <a:off x="44293" y="62025"/>
              <a:ext cx="617630" cy="61184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20" name="UserProfile.Offices.Workarea_{{DocumentLanguage}}text"/>
          <p:cNvSpPr txBox="1"/>
          <p:nvPr/>
        </p:nvSpPr>
        <p:spPr>
          <a:xfrm>
            <a:off x="1774725" y="6636099"/>
            <a:ext cx="339707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spcBef>
                <a:spcPts val="0"/>
              </a:spcBef>
              <a:defRPr b="1" sz="700">
                <a:solidFill>
                  <a:srgbClr val="FFFFFF"/>
                </a:solidFill>
              </a:defRPr>
            </a:lvl1pPr>
          </a:lstStyle>
          <a:p>
            <a:pPr/>
            <a:r>
              <a:t>2025 ISIS McStas school</a:t>
            </a:r>
          </a:p>
        </p:txBody>
      </p:sp>
      <p:sp>
        <p:nvSpPr>
          <p:cNvPr id="21" name="Title Text"/>
          <p:cNvSpPr txBox="1"/>
          <p:nvPr>
            <p:ph type="title"/>
          </p:nvPr>
        </p:nvSpPr>
        <p:spPr>
          <a:xfrm>
            <a:off x="608965" y="0"/>
            <a:ext cx="10961370" cy="14176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/>
          <a:lstStyle/>
          <a:p>
            <a:pPr/>
            <a:r>
              <a:t>Title Text</a:t>
            </a:r>
          </a:p>
        </p:txBody>
      </p:sp>
      <p:sp>
        <p:nvSpPr>
          <p:cNvPr id="22" name="Body Level One…"/>
          <p:cNvSpPr txBox="1"/>
          <p:nvPr>
            <p:ph type="body" idx="1"/>
          </p:nvPr>
        </p:nvSpPr>
        <p:spPr>
          <a:xfrm>
            <a:off x="608965" y="1600200"/>
            <a:ext cx="1096137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0"/>
    <p:sldLayoutId id="2147483650" r:id="rId11"/>
    <p:sldLayoutId id="2147483651" r:id="rId12"/>
    <p:sldLayoutId id="2147483652" r:id="rId13"/>
    <p:sldLayoutId id="2147483653" r:id="rId14"/>
    <p:sldLayoutId id="2147483654" r:id="rId15"/>
    <p:sldLayoutId id="2147483655" r:id="rId16"/>
    <p:sldLayoutId id="2147483656" r:id="rId17"/>
    <p:sldLayoutId id="2147483657" r:id="rId18"/>
    <p:sldLayoutId id="2147483658" r:id="rId19"/>
    <p:sldLayoutId id="2147483659" r:id="rId20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0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0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0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0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0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4572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0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9144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0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13716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0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18288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0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9pPr>
    </p:titleStyle>
    <p:bodyStyle>
      <a:lvl1pPr marL="198000" marR="0" indent="-1980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18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1pPr>
      <a:lvl2pPr marL="414000" marR="0" indent="-1980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Pct val="100000"/>
        <a:buFontTx/>
        <a:buChar char="–"/>
        <a:tabLst/>
        <a:defRPr b="0" baseline="0" cap="none" i="0" spc="0" strike="noStrike" sz="18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2pPr>
      <a:lvl3pPr marL="615600" marR="0" indent="-1980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18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3pPr>
      <a:lvl4pPr marL="828000" marR="0" indent="-1980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Pct val="100000"/>
        <a:buFontTx/>
        <a:buChar char="–"/>
        <a:tabLst/>
        <a:defRPr b="0" baseline="0" cap="none" i="0" spc="0" strike="noStrike" sz="18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4pPr>
      <a:lvl5pPr marL="1025999" marR="0" indent="-1980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Pct val="100000"/>
        <a:buFontTx/>
        <a:buChar char="»"/>
        <a:tabLst/>
        <a:defRPr b="0" baseline="0" cap="none" i="0" spc="0" strike="noStrike" sz="18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5pPr>
      <a:lvl6pPr marL="1025999" marR="0" indent="-1980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Pct val="100000"/>
        <a:buFontTx/>
        <a:buChar char="»"/>
        <a:tabLst/>
        <a:defRPr b="0" baseline="0" cap="none" i="0" spc="0" strike="noStrike" sz="18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6pPr>
      <a:lvl7pPr marL="1025999" marR="0" indent="-1980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Pct val="100000"/>
        <a:buFontTx/>
        <a:buChar char="»"/>
        <a:tabLst/>
        <a:defRPr b="0" baseline="0" cap="none" i="0" spc="0" strike="noStrike" sz="18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7pPr>
      <a:lvl8pPr marL="1025999" marR="0" indent="-1980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Pct val="100000"/>
        <a:buFontTx/>
        <a:buChar char="»"/>
        <a:tabLst/>
        <a:defRPr b="0" baseline="0" cap="none" i="0" spc="0" strike="noStrike" sz="18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8pPr>
      <a:lvl9pPr marL="1025999" marR="0" indent="-1980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Pct val="100000"/>
        <a:buFontTx/>
        <a:buChar char="»"/>
        <a:tabLst/>
        <a:defRPr b="0" baseline="0" cap="none" i="0" spc="0" strike="noStrike" sz="18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9pPr>
    </p:bodyStyle>
    <p:otherStyle>
      <a:lvl1pPr marL="0" marR="0" indent="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7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4572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7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9144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7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13716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7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18288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7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22860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7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27432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7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32004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7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36576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7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tif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tif"/><Relationship Id="rId3" Type="http://schemas.openxmlformats.org/officeDocument/2006/relationships/image" Target="../media/image15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tif"/><Relationship Id="rId3" Type="http://schemas.openxmlformats.org/officeDocument/2006/relationships/image" Target="../media/image7.tif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tif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Establishing the learning goals, a look at the programme"/>
          <p:cNvSpPr txBox="1"/>
          <p:nvPr>
            <p:ph type="title"/>
          </p:nvPr>
        </p:nvSpPr>
        <p:spPr>
          <a:xfrm>
            <a:off x="249858" y="3545116"/>
            <a:ext cx="11679583" cy="2706459"/>
          </a:xfrm>
          <a:prstGeom prst="rect">
            <a:avLst/>
          </a:prstGeom>
        </p:spPr>
        <p:txBody>
          <a:bodyPr/>
          <a:lstStyle/>
          <a:p>
            <a:pPr>
              <a:defRPr sz="5700"/>
            </a:pPr>
            <a:r>
              <a:t>Establishing the learning goals,</a:t>
            </a:r>
            <a:br/>
            <a:r>
              <a:t>a look at the programme</a:t>
            </a:r>
            <a:br/>
          </a:p>
        </p:txBody>
      </p:sp>
      <p:sp>
        <p:nvSpPr>
          <p:cNvPr id="301" name="Peter Willendrup"/>
          <p:cNvSpPr txBox="1"/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Peter Willendrup</a:t>
            </a:r>
          </a:p>
        </p:txBody>
      </p:sp>
      <p:sp>
        <p:nvSpPr>
          <p:cNvPr id="302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Learning goals: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  Learning goals:</a:t>
            </a:r>
            <a:br/>
          </a:p>
        </p:txBody>
      </p:sp>
      <p:sp>
        <p:nvSpPr>
          <p:cNvPr id="305" name="Learn McStas basics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240631" indent="-240631">
              <a:buAutoNum type="arabicPeriod" startAt="1"/>
            </a:pPr>
            <a:r>
              <a:t>Learn McStas basics</a:t>
            </a:r>
            <a:br/>
          </a:p>
          <a:p>
            <a:pPr marL="240631" indent="-240631">
              <a:buAutoNum type="arabicPeriod" startAt="1"/>
            </a:pPr>
            <a:r>
              <a:t>Build and operate simple instrument models, source + optics + sample + detector</a:t>
            </a:r>
            <a:br/>
          </a:p>
          <a:p>
            <a:pPr marL="240631" indent="-240631">
              <a:buAutoNum type="arabicPeriod" startAt="1"/>
            </a:pPr>
            <a:r>
              <a:t>Learn basics of instrument-optimisation for your type of instrument</a:t>
            </a:r>
            <a:br/>
          </a:p>
          <a:p>
            <a:pPr marL="240631" indent="-240631">
              <a:buAutoNum type="arabicPeriod" startAt="1"/>
            </a:pPr>
            <a:r>
              <a:t>Add Mantid / NeXus capabilities</a:t>
            </a:r>
            <a:br/>
          </a:p>
          <a:p>
            <a:pPr marL="240631" indent="-240631">
              <a:buAutoNum type="arabicPeriod" startAt="1"/>
            </a:pPr>
            <a:r>
              <a:t>Get a better idea of what you want to do with McStas, how to do it, how to get help</a:t>
            </a:r>
            <a:br/>
          </a:p>
          <a:p>
            <a:pPr marL="240631" indent="-240631">
              <a:buAutoNum type="arabicPeriod" startAt="1"/>
            </a:pPr>
            <a:r>
              <a:t>Get up-to-speed with latest developments and advanced features</a:t>
            </a:r>
          </a:p>
        </p:txBody>
      </p:sp>
      <p:sp>
        <p:nvSpPr>
          <p:cNvPr id="306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307" name="Image" descr="Image"/>
          <p:cNvPicPr>
            <a:picLocks noChangeAspect="1"/>
          </p:cNvPicPr>
          <p:nvPr/>
        </p:nvPicPr>
        <p:blipFill>
          <a:blip r:embed="rId2">
            <a:extLst/>
          </a:blip>
          <a:srcRect l="13448" t="7510" r="52708" b="0"/>
          <a:stretch>
            <a:fillRect/>
          </a:stretch>
        </p:blipFill>
        <p:spPr>
          <a:xfrm rot="1558">
            <a:off x="10585353" y="1507132"/>
            <a:ext cx="1419030" cy="3843668"/>
          </a:xfrm>
          <a:prstGeom prst="rect">
            <a:avLst/>
          </a:prstGeom>
          <a:ln w="12700">
            <a:miter lim="400000"/>
          </a:ln>
        </p:spPr>
      </p:pic>
      <p:sp>
        <p:nvSpPr>
          <p:cNvPr id="308" name="Arrow"/>
          <p:cNvSpPr/>
          <p:nvPr/>
        </p:nvSpPr>
        <p:spPr>
          <a:xfrm>
            <a:off x="3002040" y="5528014"/>
            <a:ext cx="1243879" cy="462793"/>
          </a:xfrm>
          <a:prstGeom prst="rightArrow">
            <a:avLst>
              <a:gd name="adj1" fmla="val 32000"/>
              <a:gd name="adj2" fmla="val 172017"/>
            </a:avLst>
          </a:prstGeom>
          <a:solidFill>
            <a:srgbClr val="FFFFFF"/>
          </a:solidFill>
          <a:ln w="25400">
            <a:solidFill>
              <a:schemeClr val="accent1"/>
            </a:solidFill>
          </a:ln>
        </p:spPr>
        <p:txBody>
          <a:bodyPr lIns="46799" tIns="46799" rIns="46799" bIns="46799" anchor="ctr"/>
          <a:lstStyle/>
          <a:p>
            <a:pPr/>
          </a:p>
        </p:txBody>
      </p:sp>
      <p:sp>
        <p:nvSpPr>
          <p:cNvPr id="309" name="Enable your independent work with McStas"/>
          <p:cNvSpPr txBox="1"/>
          <p:nvPr/>
        </p:nvSpPr>
        <p:spPr>
          <a:xfrm>
            <a:off x="4476155" y="5648434"/>
            <a:ext cx="3909517" cy="221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/>
            <a:r>
              <a:t>Enable your independent work with McStas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School programme"/>
          <p:cNvSpPr txBox="1"/>
          <p:nvPr>
            <p:ph type="title"/>
          </p:nvPr>
        </p:nvSpPr>
        <p:spPr>
          <a:xfrm>
            <a:off x="1631158" y="71642"/>
            <a:ext cx="9312375" cy="972717"/>
          </a:xfrm>
          <a:prstGeom prst="rect">
            <a:avLst/>
          </a:prstGeom>
        </p:spPr>
        <p:txBody>
          <a:bodyPr/>
          <a:lstStyle/>
          <a:p>
            <a:pPr defTabSz="649223">
              <a:defRPr sz="2130"/>
            </a:pPr>
            <a:r>
              <a:t>School programme</a:t>
            </a:r>
          </a:p>
          <a:p>
            <a:pPr defTabSz="649223">
              <a:defRPr sz="2130"/>
            </a:pPr>
          </a:p>
        </p:txBody>
      </p:sp>
      <p:sp>
        <p:nvSpPr>
          <p:cNvPr id="312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313" name="Image" descr="Image"/>
          <p:cNvPicPr>
            <a:picLocks noChangeAspect="1"/>
          </p:cNvPicPr>
          <p:nvPr/>
        </p:nvPicPr>
        <p:blipFill>
          <a:blip r:embed="rId2">
            <a:extLst/>
          </a:blip>
          <a:srcRect l="13448" t="63875" r="52708" b="0"/>
          <a:stretch>
            <a:fillRect/>
          </a:stretch>
        </p:blipFill>
        <p:spPr>
          <a:xfrm rot="21599019">
            <a:off x="2196107" y="511734"/>
            <a:ext cx="696819" cy="738769"/>
          </a:xfrm>
          <a:prstGeom prst="rect">
            <a:avLst/>
          </a:prstGeom>
          <a:ln w="12700">
            <a:miter lim="400000"/>
          </a:ln>
        </p:spPr>
      </p:pic>
      <p:pic>
        <p:nvPicPr>
          <p:cNvPr id="314" name="Image" descr="Image"/>
          <p:cNvPicPr>
            <a:picLocks noChangeAspect="1"/>
          </p:cNvPicPr>
          <p:nvPr/>
        </p:nvPicPr>
        <p:blipFill>
          <a:blip r:embed="rId2">
            <a:extLst/>
          </a:blip>
          <a:srcRect l="13448" t="36801" r="52708" b="35368"/>
          <a:stretch>
            <a:fillRect/>
          </a:stretch>
        </p:blipFill>
        <p:spPr>
          <a:xfrm rot="108">
            <a:off x="5532115" y="475228"/>
            <a:ext cx="696819" cy="5691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15" name="Image" descr="Image"/>
          <p:cNvPicPr>
            <a:picLocks noChangeAspect="1"/>
          </p:cNvPicPr>
          <p:nvPr/>
        </p:nvPicPr>
        <p:blipFill>
          <a:blip r:embed="rId2">
            <a:extLst/>
          </a:blip>
          <a:srcRect l="13448" t="7510" r="52708" b="63293"/>
          <a:stretch>
            <a:fillRect/>
          </a:stretch>
        </p:blipFill>
        <p:spPr>
          <a:xfrm rot="3843">
            <a:off x="10098284" y="258873"/>
            <a:ext cx="696819" cy="597075"/>
          </a:xfrm>
          <a:prstGeom prst="rect">
            <a:avLst/>
          </a:prstGeom>
          <a:ln w="12700">
            <a:miter lim="400000"/>
          </a:ln>
        </p:spPr>
      </p:pic>
      <p:pic>
        <p:nvPicPr>
          <p:cNvPr id="316" name="pasted-movie.png" descr="pasted-movie.png"/>
          <p:cNvPicPr>
            <a:picLocks noChangeAspect="1"/>
          </p:cNvPicPr>
          <p:nvPr/>
        </p:nvPicPr>
        <p:blipFill>
          <a:blip r:embed="rId3">
            <a:extLst/>
          </a:blip>
          <a:srcRect l="0" t="0" r="0" b="0"/>
          <a:stretch>
            <a:fillRect/>
          </a:stretch>
        </p:blipFill>
        <p:spPr>
          <a:xfrm>
            <a:off x="1103723" y="1280980"/>
            <a:ext cx="11790374" cy="51185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Rounded Rectangle"/>
          <p:cNvSpPr/>
          <p:nvPr/>
        </p:nvSpPr>
        <p:spPr>
          <a:xfrm>
            <a:off x="4413786" y="1182837"/>
            <a:ext cx="1218849" cy="1265650"/>
          </a:xfrm>
          <a:prstGeom prst="roundRect">
            <a:avLst>
              <a:gd name="adj" fmla="val 15630"/>
            </a:avLst>
          </a:prstGeom>
          <a:solidFill>
            <a:srgbClr val="FFFFFF"/>
          </a:solidFill>
          <a:ln w="25400">
            <a:solidFill>
              <a:schemeClr val="accent2">
                <a:satOff val="-15111"/>
                <a:lumOff val="-11019"/>
              </a:schemeClr>
            </a:solidFill>
          </a:ln>
        </p:spPr>
        <p:txBody>
          <a:bodyPr lIns="46799" tIns="46799" rIns="46799" bIns="46799" anchor="ctr"/>
          <a:lstStyle/>
          <a:p>
            <a:pPr/>
          </a:p>
        </p:txBody>
      </p:sp>
      <p:sp>
        <p:nvSpPr>
          <p:cNvPr id="319" name="Line"/>
          <p:cNvSpPr/>
          <p:nvPr/>
        </p:nvSpPr>
        <p:spPr>
          <a:xfrm>
            <a:off x="5646073" y="1407511"/>
            <a:ext cx="419612" cy="1"/>
          </a:xfrm>
          <a:prstGeom prst="line">
            <a:avLst/>
          </a:prstGeom>
          <a:ln w="25400">
            <a:solidFill>
              <a:schemeClr val="accent2">
                <a:satOff val="-15111"/>
                <a:lumOff val="-11019"/>
              </a:schemeClr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20" name="School programme - day 1"/>
          <p:cNvSpPr txBox="1"/>
          <p:nvPr>
            <p:ph type="title"/>
          </p:nvPr>
        </p:nvSpPr>
        <p:spPr>
          <a:xfrm>
            <a:off x="2037932" y="414163"/>
            <a:ext cx="9312375" cy="972717"/>
          </a:xfrm>
          <a:prstGeom prst="rect">
            <a:avLst/>
          </a:prstGeom>
        </p:spPr>
        <p:txBody>
          <a:bodyPr/>
          <a:lstStyle/>
          <a:p>
            <a:pPr defTabSz="649223">
              <a:defRPr sz="2130"/>
            </a:pPr>
            <a:r>
              <a:t>School programme - day 1</a:t>
            </a:r>
          </a:p>
          <a:p>
            <a:pPr defTabSz="649223">
              <a:defRPr sz="2130"/>
            </a:pPr>
          </a:p>
        </p:txBody>
      </p:sp>
      <p:sp>
        <p:nvSpPr>
          <p:cNvPr id="321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322" name="Rounded Rectangle"/>
          <p:cNvSpPr/>
          <p:nvPr/>
        </p:nvSpPr>
        <p:spPr>
          <a:xfrm>
            <a:off x="4413786" y="2763512"/>
            <a:ext cx="1218849" cy="2184489"/>
          </a:xfrm>
          <a:prstGeom prst="roundRect">
            <a:avLst>
              <a:gd name="adj" fmla="val 15323"/>
            </a:avLst>
          </a:prstGeom>
          <a:solidFill>
            <a:srgbClr val="FFFFFF"/>
          </a:solidFill>
          <a:ln w="25400">
            <a:solidFill>
              <a:schemeClr val="accent1"/>
            </a:solidFill>
          </a:ln>
        </p:spPr>
        <p:txBody>
          <a:bodyPr lIns="46799" tIns="46799" rIns="46799" bIns="46799" anchor="ctr"/>
          <a:lstStyle/>
          <a:p>
            <a:pPr/>
          </a:p>
        </p:txBody>
      </p:sp>
      <p:sp>
        <p:nvSpPr>
          <p:cNvPr id="323" name="Rounded Rectangle"/>
          <p:cNvSpPr/>
          <p:nvPr/>
        </p:nvSpPr>
        <p:spPr>
          <a:xfrm>
            <a:off x="4413786" y="4981433"/>
            <a:ext cx="1210670" cy="1433378"/>
          </a:xfrm>
          <a:prstGeom prst="roundRect">
            <a:avLst>
              <a:gd name="adj" fmla="val 15735"/>
            </a:avLst>
          </a:prstGeom>
          <a:solidFill>
            <a:srgbClr val="FFFFFF"/>
          </a:solidFill>
          <a:ln w="25400">
            <a:solidFill>
              <a:schemeClr val="accent2">
                <a:satOff val="-15111"/>
                <a:lumOff val="-11019"/>
              </a:schemeClr>
            </a:solidFill>
          </a:ln>
        </p:spPr>
        <p:txBody>
          <a:bodyPr lIns="46799" tIns="46799" rIns="46799" bIns="46799" anchor="ctr"/>
          <a:lstStyle/>
          <a:p>
            <a:pPr/>
          </a:p>
        </p:txBody>
      </p:sp>
      <p:sp>
        <p:nvSpPr>
          <p:cNvPr id="324" name="Line"/>
          <p:cNvSpPr/>
          <p:nvPr/>
        </p:nvSpPr>
        <p:spPr>
          <a:xfrm>
            <a:off x="5646073" y="3386708"/>
            <a:ext cx="419612" cy="1"/>
          </a:xfrm>
          <a:prstGeom prst="line">
            <a:avLst/>
          </a:prstGeom>
          <a:ln w="25400">
            <a:solidFill>
              <a:schemeClr val="accent1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25" name="Line"/>
          <p:cNvSpPr/>
          <p:nvPr/>
        </p:nvSpPr>
        <p:spPr>
          <a:xfrm>
            <a:off x="5646073" y="6032061"/>
            <a:ext cx="419612" cy="1"/>
          </a:xfrm>
          <a:prstGeom prst="line">
            <a:avLst/>
          </a:prstGeom>
          <a:ln w="25400">
            <a:solidFill>
              <a:schemeClr val="accent2">
                <a:satOff val="-15111"/>
                <a:lumOff val="-11019"/>
              </a:schemeClr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26" name="Intro lecture, general principles, sources + monitors,"/>
          <p:cNvSpPr txBox="1"/>
          <p:nvPr/>
        </p:nvSpPr>
        <p:spPr>
          <a:xfrm>
            <a:off x="6160173" y="1296535"/>
            <a:ext cx="2958090" cy="6791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/>
            <a:r>
              <a:t>Intro lecture, general principles,</a:t>
            </a:r>
            <a:br/>
            <a:r>
              <a:t>sources + monitors,</a:t>
            </a:r>
            <a:br/>
          </a:p>
        </p:txBody>
      </p:sp>
      <p:sp>
        <p:nvSpPr>
          <p:cNvPr id="327" name="Lectures + “recipe” exercises"/>
          <p:cNvSpPr txBox="1"/>
          <p:nvPr/>
        </p:nvSpPr>
        <p:spPr>
          <a:xfrm>
            <a:off x="6160173" y="3265035"/>
            <a:ext cx="2958090" cy="221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/>
            <a:r>
              <a:t>Lectures + “recipe” exercises</a:t>
            </a:r>
          </a:p>
        </p:txBody>
      </p:sp>
      <p:sp>
        <p:nvSpPr>
          <p:cNvPr id="328" name="Sample-lecture, including “advanced McStas grammar”, sample exercises"/>
          <p:cNvSpPr txBox="1"/>
          <p:nvPr/>
        </p:nvSpPr>
        <p:spPr>
          <a:xfrm>
            <a:off x="6279813" y="5806785"/>
            <a:ext cx="4457549" cy="450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/>
            <a:r>
              <a:t>Sample-lecture, including “advanced McStas grammar”, sample exercises</a:t>
            </a:r>
          </a:p>
        </p:txBody>
      </p:sp>
      <p:sp>
        <p:nvSpPr>
          <p:cNvPr id="329" name="In “cookbook” sections, think ahead toward your own project:  * Which neutron source * What optics * What sample  - K.I.S.S. for now"/>
          <p:cNvSpPr/>
          <p:nvPr/>
        </p:nvSpPr>
        <p:spPr>
          <a:xfrm>
            <a:off x="9645802" y="2151771"/>
            <a:ext cx="2270118" cy="2448480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6799" tIns="46799" rIns="46799" bIns="46799" anchor="ctr"/>
          <a:lstStyle/>
          <a:p>
            <a:pPr/>
            <a:r>
              <a:t>In “cookbook” sections, think ahead toward your own project:</a:t>
            </a:r>
            <a:br/>
            <a:br/>
            <a:r>
              <a:t>* Which neutron source</a:t>
            </a:r>
            <a:br/>
            <a:r>
              <a:t>* What optics</a:t>
            </a:r>
            <a:br/>
            <a:r>
              <a:t>* What sample</a:t>
            </a:r>
            <a:br/>
            <a:br/>
            <a:r>
              <a:t>- K.I.S.S. for now</a:t>
            </a:r>
          </a:p>
        </p:txBody>
      </p:sp>
      <p:pic>
        <p:nvPicPr>
          <p:cNvPr id="330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rcRect l="0" t="0" r="77136" b="14485"/>
          <a:stretch>
            <a:fillRect/>
          </a:stretch>
        </p:blipFill>
        <p:spPr>
          <a:xfrm>
            <a:off x="1487005" y="835178"/>
            <a:ext cx="3563345" cy="578582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Rounded Rectangle"/>
          <p:cNvSpPr/>
          <p:nvPr/>
        </p:nvSpPr>
        <p:spPr>
          <a:xfrm>
            <a:off x="4413786" y="1182837"/>
            <a:ext cx="1218849" cy="765500"/>
          </a:xfrm>
          <a:prstGeom prst="roundRect">
            <a:avLst>
              <a:gd name="adj" fmla="val 24886"/>
            </a:avLst>
          </a:prstGeom>
          <a:solidFill>
            <a:srgbClr val="FFFFFF"/>
          </a:solidFill>
          <a:ln w="25400">
            <a:solidFill>
              <a:schemeClr val="accent2">
                <a:satOff val="-15111"/>
                <a:lumOff val="-11019"/>
              </a:schemeClr>
            </a:solidFill>
          </a:ln>
        </p:spPr>
        <p:txBody>
          <a:bodyPr lIns="46799" tIns="46799" rIns="46799" bIns="46799" anchor="ctr"/>
          <a:lstStyle/>
          <a:p>
            <a:pPr/>
          </a:p>
        </p:txBody>
      </p:sp>
      <p:sp>
        <p:nvSpPr>
          <p:cNvPr id="333" name="Line"/>
          <p:cNvSpPr/>
          <p:nvPr/>
        </p:nvSpPr>
        <p:spPr>
          <a:xfrm>
            <a:off x="5646073" y="1407511"/>
            <a:ext cx="419612" cy="1"/>
          </a:xfrm>
          <a:prstGeom prst="line">
            <a:avLst/>
          </a:prstGeom>
          <a:ln w="25400">
            <a:solidFill>
              <a:schemeClr val="accent2">
                <a:satOff val="-15111"/>
                <a:lumOff val="-11019"/>
              </a:schemeClr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34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335" name="Rounded Rectangle"/>
          <p:cNvSpPr/>
          <p:nvPr/>
        </p:nvSpPr>
        <p:spPr>
          <a:xfrm>
            <a:off x="4413786" y="2794492"/>
            <a:ext cx="1218849" cy="947317"/>
          </a:xfrm>
          <a:prstGeom prst="roundRect">
            <a:avLst>
              <a:gd name="adj" fmla="val 19715"/>
            </a:avLst>
          </a:prstGeom>
          <a:solidFill>
            <a:srgbClr val="FFFFFF"/>
          </a:solidFill>
          <a:ln w="25400">
            <a:solidFill>
              <a:schemeClr val="accent1"/>
            </a:solidFill>
          </a:ln>
        </p:spPr>
        <p:txBody>
          <a:bodyPr lIns="46799" tIns="46799" rIns="46799" bIns="46799" anchor="ctr"/>
          <a:lstStyle/>
          <a:p>
            <a:pPr/>
          </a:p>
        </p:txBody>
      </p:sp>
      <p:sp>
        <p:nvSpPr>
          <p:cNvPr id="336" name="Rounded Rectangle"/>
          <p:cNvSpPr/>
          <p:nvPr/>
        </p:nvSpPr>
        <p:spPr>
          <a:xfrm>
            <a:off x="4413786" y="5678637"/>
            <a:ext cx="1218849" cy="765500"/>
          </a:xfrm>
          <a:prstGeom prst="roundRect">
            <a:avLst>
              <a:gd name="adj" fmla="val 24886"/>
            </a:avLst>
          </a:prstGeom>
          <a:solidFill>
            <a:srgbClr val="FFFFFF"/>
          </a:solidFill>
          <a:ln w="25400">
            <a:solidFill>
              <a:schemeClr val="accent2">
                <a:satOff val="-15111"/>
                <a:lumOff val="-11019"/>
              </a:schemeClr>
            </a:solidFill>
          </a:ln>
        </p:spPr>
        <p:txBody>
          <a:bodyPr lIns="46799" tIns="46799" rIns="46799" bIns="46799" anchor="ctr"/>
          <a:lstStyle/>
          <a:p>
            <a:pPr/>
          </a:p>
        </p:txBody>
      </p:sp>
      <p:sp>
        <p:nvSpPr>
          <p:cNvPr id="337" name="Line"/>
          <p:cNvSpPr/>
          <p:nvPr/>
        </p:nvSpPr>
        <p:spPr>
          <a:xfrm>
            <a:off x="5646073" y="2878708"/>
            <a:ext cx="419612" cy="1"/>
          </a:xfrm>
          <a:prstGeom prst="line">
            <a:avLst/>
          </a:prstGeom>
          <a:ln w="25400">
            <a:solidFill>
              <a:schemeClr val="accent1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38" name="Line"/>
          <p:cNvSpPr/>
          <p:nvPr/>
        </p:nvSpPr>
        <p:spPr>
          <a:xfrm>
            <a:off x="5646073" y="5903311"/>
            <a:ext cx="419612" cy="1"/>
          </a:xfrm>
          <a:prstGeom prst="line">
            <a:avLst/>
          </a:prstGeom>
          <a:ln w="25400">
            <a:solidFill>
              <a:schemeClr val="accent2">
                <a:satOff val="-15111"/>
                <a:lumOff val="-11019"/>
              </a:schemeClr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39" name="Lectures on polarisation  and instrument optimisation technicals"/>
          <p:cNvSpPr txBox="1"/>
          <p:nvPr/>
        </p:nvSpPr>
        <p:spPr>
          <a:xfrm>
            <a:off x="6160173" y="1296535"/>
            <a:ext cx="2958090" cy="6791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/>
            <a:r>
              <a:t>Lectures on polarisation </a:t>
            </a:r>
            <a:br/>
            <a:r>
              <a:t>and instrument optimisation technicals</a:t>
            </a:r>
          </a:p>
        </p:txBody>
      </p:sp>
      <p:sp>
        <p:nvSpPr>
          <p:cNvPr id="340" name="ToF resolution, talk + exercise"/>
          <p:cNvSpPr txBox="1"/>
          <p:nvPr/>
        </p:nvSpPr>
        <p:spPr>
          <a:xfrm>
            <a:off x="6160173" y="2757035"/>
            <a:ext cx="2958090" cy="221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/>
            <a:r>
              <a:t>ToF resolution, talk + exercise</a:t>
            </a:r>
          </a:p>
        </p:txBody>
      </p:sp>
      <p:sp>
        <p:nvSpPr>
          <p:cNvPr id="341" name="McStasScript intro/exercise"/>
          <p:cNvSpPr txBox="1"/>
          <p:nvPr/>
        </p:nvSpPr>
        <p:spPr>
          <a:xfrm>
            <a:off x="6160173" y="5792335"/>
            <a:ext cx="2958090" cy="221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/>
            <a:r>
              <a:t>McStasScript intro/exercise</a:t>
            </a:r>
          </a:p>
        </p:txBody>
      </p:sp>
      <p:sp>
        <p:nvSpPr>
          <p:cNvPr id="342" name="Rounded Rectangle"/>
          <p:cNvSpPr/>
          <p:nvPr/>
        </p:nvSpPr>
        <p:spPr>
          <a:xfrm>
            <a:off x="4413786" y="4379220"/>
            <a:ext cx="1218849" cy="947317"/>
          </a:xfrm>
          <a:prstGeom prst="roundRect">
            <a:avLst>
              <a:gd name="adj" fmla="val 20109"/>
            </a:avLst>
          </a:prstGeom>
          <a:solidFill>
            <a:srgbClr val="FFFFFF"/>
          </a:solidFill>
          <a:ln w="25400">
            <a:solidFill>
              <a:schemeClr val="accent2">
                <a:satOff val="-15111"/>
                <a:lumOff val="-11019"/>
              </a:schemeClr>
            </a:solidFill>
          </a:ln>
        </p:spPr>
        <p:txBody>
          <a:bodyPr lIns="46799" tIns="46799" rIns="46799" bIns="46799" anchor="ctr"/>
          <a:lstStyle/>
          <a:p>
            <a:pPr/>
          </a:p>
        </p:txBody>
      </p:sp>
      <p:sp>
        <p:nvSpPr>
          <p:cNvPr id="343" name="Line"/>
          <p:cNvSpPr/>
          <p:nvPr/>
        </p:nvSpPr>
        <p:spPr>
          <a:xfrm>
            <a:off x="5646073" y="4836511"/>
            <a:ext cx="419612" cy="1"/>
          </a:xfrm>
          <a:prstGeom prst="line">
            <a:avLst/>
          </a:prstGeom>
          <a:ln w="25400">
            <a:solidFill>
              <a:schemeClr val="accent2">
                <a:satOff val="-15111"/>
                <a:lumOff val="-11019"/>
              </a:schemeClr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44" name="School programme - day 2"/>
          <p:cNvSpPr txBox="1"/>
          <p:nvPr>
            <p:ph type="title"/>
          </p:nvPr>
        </p:nvSpPr>
        <p:spPr>
          <a:xfrm>
            <a:off x="2037932" y="414163"/>
            <a:ext cx="9312375" cy="972717"/>
          </a:xfrm>
          <a:prstGeom prst="rect">
            <a:avLst/>
          </a:prstGeom>
        </p:spPr>
        <p:txBody>
          <a:bodyPr/>
          <a:lstStyle/>
          <a:p>
            <a:pPr defTabSz="649223">
              <a:defRPr sz="2130"/>
            </a:pPr>
            <a:r>
              <a:t>School programme - day 2</a:t>
            </a:r>
          </a:p>
          <a:p>
            <a:pPr defTabSz="649223">
              <a:defRPr sz="2130"/>
            </a:pPr>
          </a:p>
        </p:txBody>
      </p:sp>
      <p:sp>
        <p:nvSpPr>
          <p:cNvPr id="345" name="Mantid-howto, lecture and demo"/>
          <p:cNvSpPr txBox="1"/>
          <p:nvPr/>
        </p:nvSpPr>
        <p:spPr>
          <a:xfrm>
            <a:off x="6207293" y="4718511"/>
            <a:ext cx="1582838" cy="450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/>
            <a:r>
              <a:t>Mantid-howto,</a:t>
            </a:r>
            <a:br/>
            <a:r>
              <a:t>lecture and demo</a:t>
            </a:r>
          </a:p>
        </p:txBody>
      </p:sp>
      <p:pic>
        <p:nvPicPr>
          <p:cNvPr id="346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rcRect l="29732" t="0" r="49145" b="14485"/>
          <a:stretch>
            <a:fillRect/>
          </a:stretch>
        </p:blipFill>
        <p:spPr>
          <a:xfrm>
            <a:off x="1526636" y="835178"/>
            <a:ext cx="3291959" cy="578582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rcRect l="57935" t="0" r="0" b="14485"/>
          <a:stretch>
            <a:fillRect/>
          </a:stretch>
        </p:blipFill>
        <p:spPr>
          <a:xfrm>
            <a:off x="2811660" y="835178"/>
            <a:ext cx="6555836" cy="5785825"/>
          </a:xfrm>
          <a:prstGeom prst="rect">
            <a:avLst/>
          </a:prstGeom>
          <a:ln w="12700">
            <a:miter lim="400000"/>
          </a:ln>
        </p:spPr>
      </p:pic>
      <p:sp>
        <p:nvSpPr>
          <p:cNvPr id="349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350" name="School programme - day 3, advanced stuff + work on own project"/>
          <p:cNvSpPr txBox="1"/>
          <p:nvPr>
            <p:ph type="title"/>
          </p:nvPr>
        </p:nvSpPr>
        <p:spPr>
          <a:xfrm>
            <a:off x="2025968" y="60109"/>
            <a:ext cx="9312376" cy="972717"/>
          </a:xfrm>
          <a:prstGeom prst="rect">
            <a:avLst/>
          </a:prstGeom>
        </p:spPr>
        <p:txBody>
          <a:bodyPr/>
          <a:lstStyle>
            <a:lvl1pPr defTabSz="713231">
              <a:defRPr sz="2340"/>
            </a:lvl1pPr>
          </a:lstStyle>
          <a:p>
            <a:pPr/>
            <a:r>
              <a:t>School programme - day 3, advanced stuff + work on own project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For the exercise-based work-session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1"/>
            <a:r>
              <a:t>For the exercise-based work-sessions</a:t>
            </a:r>
          </a:p>
        </p:txBody>
      </p:sp>
      <p:sp>
        <p:nvSpPr>
          <p:cNvPr id="353" name="You will benefit from working in pairs,    2 &gt; 1…"/>
          <p:cNvSpPr txBox="1"/>
          <p:nvPr>
            <p:ph type="body" idx="1"/>
          </p:nvPr>
        </p:nvSpPr>
        <p:spPr>
          <a:xfrm>
            <a:off x="1810691" y="1646580"/>
            <a:ext cx="9312376" cy="4545579"/>
          </a:xfrm>
          <a:prstGeom prst="rect">
            <a:avLst/>
          </a:prstGeom>
        </p:spPr>
        <p:txBody>
          <a:bodyPr/>
          <a:lstStyle/>
          <a:p>
            <a:pPr/>
            <a:r>
              <a:t>You will benefit from working in pairs,    2 &gt; 1 </a:t>
            </a:r>
            <a:br/>
          </a:p>
          <a:p>
            <a:pPr/>
          </a:p>
          <a:p>
            <a:pPr/>
          </a:p>
          <a:p>
            <a:pPr/>
          </a:p>
          <a:p>
            <a:pPr/>
          </a:p>
          <a:p>
            <a:pPr/>
          </a:p>
          <a:p>
            <a:pPr/>
            <a:r>
              <a:t>Take turns being the “coder”                                 and the “parallel processor”</a:t>
            </a:r>
            <a:br/>
            <a:r>
              <a:t>( use sharing-feature of</a:t>
            </a:r>
            <a:br/>
            <a:r>
              <a:t>  the IDAaaS system )</a:t>
            </a:r>
            <a:br/>
          </a:p>
        </p:txBody>
      </p:sp>
      <p:sp>
        <p:nvSpPr>
          <p:cNvPr id="354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355" name="Image" descr="Image"/>
          <p:cNvPicPr>
            <a:picLocks noChangeAspect="1"/>
          </p:cNvPicPr>
          <p:nvPr/>
        </p:nvPicPr>
        <p:blipFill>
          <a:blip r:embed="rId2">
            <a:extLst/>
          </a:blip>
          <a:srcRect l="2397" t="16643" r="2159" b="24654"/>
          <a:stretch>
            <a:fillRect/>
          </a:stretch>
        </p:blipFill>
        <p:spPr>
          <a:xfrm rot="19708592">
            <a:off x="4716136" y="3511999"/>
            <a:ext cx="2459792" cy="814631"/>
          </a:xfrm>
          <a:prstGeom prst="rect">
            <a:avLst/>
          </a:prstGeom>
          <a:ln w="12700">
            <a:miter lim="400000"/>
          </a:ln>
        </p:spPr>
      </p:pic>
      <p:pic>
        <p:nvPicPr>
          <p:cNvPr id="356" name="Image" descr="Image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174209" y="3508928"/>
            <a:ext cx="1037469" cy="798053"/>
          </a:xfrm>
          <a:prstGeom prst="rect">
            <a:avLst/>
          </a:prstGeom>
          <a:ln w="12700">
            <a:miter lim="400000"/>
          </a:ln>
        </p:spPr>
      </p:pic>
      <p:pic>
        <p:nvPicPr>
          <p:cNvPr id="357" name="Image" descr="Image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540488" y="3887171"/>
            <a:ext cx="1037469" cy="79805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Let’s get to it!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Let’s get to it!</a:t>
            </a:r>
          </a:p>
        </p:txBody>
      </p:sp>
      <p:sp>
        <p:nvSpPr>
          <p:cNvPr id="360" name="Double-click to edit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61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362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529513" y="1498801"/>
            <a:ext cx="6304202" cy="506274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Blank">
  <a:themeElements>
    <a:clrScheme name="Blank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990000"/>
      </a:accent1>
      <a:accent2>
        <a:srgbClr val="2F3EEA"/>
      </a:accent2>
      <a:accent3>
        <a:srgbClr val="1FD082"/>
      </a:accent3>
      <a:accent4>
        <a:srgbClr val="171748"/>
      </a:accent4>
      <a:accent5>
        <a:srgbClr val="F6D04D"/>
      </a:accent5>
      <a:accent6>
        <a:srgbClr val="FC7634"/>
      </a:accent6>
      <a:hlink>
        <a:srgbClr val="0000FF"/>
      </a:hlink>
      <a:folHlink>
        <a:srgbClr val="FF00FF"/>
      </a:folHlink>
    </a:clrScheme>
    <a:fontScheme name="Blank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Blan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6799" tIns="46799" rIns="46799" bIns="4679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9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6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9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6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Blank">
  <a:themeElements>
    <a:clrScheme name="Blank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990000"/>
      </a:accent1>
      <a:accent2>
        <a:srgbClr val="2F3EEA"/>
      </a:accent2>
      <a:accent3>
        <a:srgbClr val="1FD082"/>
      </a:accent3>
      <a:accent4>
        <a:srgbClr val="171748"/>
      </a:accent4>
      <a:accent5>
        <a:srgbClr val="F6D04D"/>
      </a:accent5>
      <a:accent6>
        <a:srgbClr val="FC7634"/>
      </a:accent6>
      <a:hlink>
        <a:srgbClr val="0000FF"/>
      </a:hlink>
      <a:folHlink>
        <a:srgbClr val="FF00FF"/>
      </a:folHlink>
    </a:clrScheme>
    <a:fontScheme name="Blank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Blan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6799" tIns="46799" rIns="46799" bIns="4679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9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6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9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6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